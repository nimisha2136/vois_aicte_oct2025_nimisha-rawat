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968">
          <p15:clr>
            <a:srgbClr val="A4A3A4"/>
          </p15:clr>
        </p15:guide>
        <p15:guide id="2" pos="408">
          <p15:clr>
            <a:srgbClr val="A4A3A4"/>
          </p15:clr>
        </p15:guide>
        <p15:guide id="3" orient="horz" pos="3912">
          <p15:clr>
            <a:srgbClr val="A4A3A4"/>
          </p15:clr>
        </p15:guide>
        <p15:guide id="4" pos="7272">
          <p15:clr>
            <a:srgbClr val="A4A3A4"/>
          </p15:clr>
        </p15:guide>
        <p15:guide id="5" orient="horz" pos="1656">
          <p15:clr>
            <a:srgbClr val="A4A3A4"/>
          </p15:clr>
        </p15:guide>
      </p15:sldGuideLst>
    </p:ext>
    <p:ext uri="GoogleSlidesCustomDataVersion2">
      <go:slidesCustomData xmlns:go="http://customooxmlschemas.google.com/" r:id="rId18" roundtripDataSignature="AMtx7mgoQKJzIdY5cz9diTgeOBnA00W6T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968" orient="horz"/>
        <p:guide pos="408"/>
        <p:guide pos="3912" orient="horz"/>
        <p:guide pos="7272"/>
        <p:guide pos="1656" orient="horz"/>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18" Type="http://customschemas.google.com/relationships/presentationmetadata" Target="meta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5" name="Google Shape;19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3" name="Google Shape;20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1" name="Google Shape;211;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8" name="Google Shape;218;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5" name="Google Shape;225;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6" name="Google Shape;226;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4" name="Google Shape;234;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6" name="Google Shape;24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8" name="Google Shape;258;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0" name="Google Shape;270;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8" name="Google Shape;278;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7" name="Google Shape;287;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6" name="Google Shape;296;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Quote">
    <p:spTree>
      <p:nvGrpSpPr>
        <p:cNvPr id="29" name="Shape 29"/>
        <p:cNvGrpSpPr/>
        <p:nvPr/>
      </p:nvGrpSpPr>
      <p:grpSpPr>
        <a:xfrm>
          <a:off x="0" y="0"/>
          <a:ext cx="0" cy="0"/>
          <a:chOff x="0" y="0"/>
          <a:chExt cx="0" cy="0"/>
        </a:xfrm>
      </p:grpSpPr>
      <p:sp>
        <p:nvSpPr>
          <p:cNvPr id="30" name="Google Shape;30;p14"/>
          <p:cNvSpPr txBox="1"/>
          <p:nvPr>
            <p:ph idx="1" type="body"/>
          </p:nvPr>
        </p:nvSpPr>
        <p:spPr>
          <a:xfrm>
            <a:off x="6312871" y="4141999"/>
            <a:ext cx="4220845" cy="861497"/>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600"/>
              <a:buNone/>
              <a:defRPr b="1" sz="2000">
                <a:solidFill>
                  <a:schemeClr val="accent4"/>
                </a:solidFill>
                <a:latin typeface="Trebuchet MS"/>
                <a:ea typeface="Trebuchet MS"/>
                <a:cs typeface="Trebuchet MS"/>
                <a:sym typeface="Trebuchet MS"/>
              </a:defRPr>
            </a:lvl1pPr>
            <a:lvl2pPr indent="-228600" lvl="1" marL="914400" algn="l">
              <a:spcBef>
                <a:spcPts val="1000"/>
              </a:spcBef>
              <a:spcAft>
                <a:spcPts val="0"/>
              </a:spcAft>
              <a:buSzPts val="1600"/>
              <a:buNone/>
              <a:defRPr sz="2000"/>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31" name="Google Shape;31;p14"/>
          <p:cNvSpPr/>
          <p:nvPr/>
        </p:nvSpPr>
        <p:spPr>
          <a:xfrm>
            <a:off x="740309" y="1382809"/>
            <a:ext cx="1229566" cy="1059971"/>
          </a:xfrm>
          <a:prstGeom prst="hexagon">
            <a:avLst>
              <a:gd fmla="val 25000" name="adj"/>
              <a:gd fmla="val 115470" name="vf"/>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rebuchet MS"/>
              <a:ea typeface="Trebuchet MS"/>
              <a:cs typeface="Trebuchet MS"/>
              <a:sym typeface="Trebuchet MS"/>
            </a:endParaRPr>
          </a:p>
        </p:txBody>
      </p:sp>
      <p:sp>
        <p:nvSpPr>
          <p:cNvPr id="32" name="Google Shape;32;p14"/>
          <p:cNvSpPr/>
          <p:nvPr/>
        </p:nvSpPr>
        <p:spPr>
          <a:xfrm>
            <a:off x="3755031" y="1194620"/>
            <a:ext cx="1666162" cy="1436347"/>
          </a:xfrm>
          <a:prstGeom prst="hexagon">
            <a:avLst>
              <a:gd fmla="val 25000" name="adj"/>
              <a:gd fmla="val 115470" name="vf"/>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rebuchet MS"/>
              <a:ea typeface="Trebuchet MS"/>
              <a:cs typeface="Trebuchet MS"/>
              <a:sym typeface="Trebuchet MS"/>
            </a:endParaRPr>
          </a:p>
        </p:txBody>
      </p:sp>
      <p:sp>
        <p:nvSpPr>
          <p:cNvPr id="33" name="Google Shape;33;p14"/>
          <p:cNvSpPr/>
          <p:nvPr/>
        </p:nvSpPr>
        <p:spPr>
          <a:xfrm>
            <a:off x="3804994" y="5233183"/>
            <a:ext cx="718261" cy="619191"/>
          </a:xfrm>
          <a:prstGeom prst="hexagon">
            <a:avLst>
              <a:gd fmla="val 25000" name="adj"/>
              <a:gd fmla="val 115470" name="vf"/>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rebuchet MS"/>
              <a:ea typeface="Trebuchet MS"/>
              <a:cs typeface="Trebuchet MS"/>
              <a:sym typeface="Trebuchet MS"/>
            </a:endParaRPr>
          </a:p>
        </p:txBody>
      </p:sp>
      <p:sp>
        <p:nvSpPr>
          <p:cNvPr id="34" name="Google Shape;34;p14"/>
          <p:cNvSpPr/>
          <p:nvPr/>
        </p:nvSpPr>
        <p:spPr>
          <a:xfrm>
            <a:off x="1837838" y="1101306"/>
            <a:ext cx="651613" cy="561736"/>
          </a:xfrm>
          <a:prstGeom prst="hexagon">
            <a:avLst>
              <a:gd fmla="val 25000" name="adj"/>
              <a:gd fmla="val 115470" name="vf"/>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rebuchet MS"/>
              <a:ea typeface="Trebuchet MS"/>
              <a:cs typeface="Trebuchet MS"/>
              <a:sym typeface="Trebuchet MS"/>
            </a:endParaRPr>
          </a:p>
        </p:txBody>
      </p:sp>
      <p:sp>
        <p:nvSpPr>
          <p:cNvPr id="35" name="Google Shape;35;p14"/>
          <p:cNvSpPr/>
          <p:nvPr>
            <p:ph idx="2" type="pic"/>
          </p:nvPr>
        </p:nvSpPr>
        <p:spPr>
          <a:xfrm>
            <a:off x="1571515" y="1914044"/>
            <a:ext cx="3993624" cy="3617848"/>
          </a:xfrm>
          <a:prstGeom prst="rect">
            <a:avLst/>
          </a:prstGeom>
          <a:noFill/>
          <a:ln>
            <a:noFill/>
          </a:ln>
        </p:spPr>
      </p:sp>
      <p:sp>
        <p:nvSpPr>
          <p:cNvPr id="36" name="Google Shape;36;p14"/>
          <p:cNvSpPr txBox="1"/>
          <p:nvPr>
            <p:ph type="title"/>
          </p:nvPr>
        </p:nvSpPr>
        <p:spPr>
          <a:xfrm>
            <a:off x="6312871" y="2050552"/>
            <a:ext cx="4998720" cy="1748983"/>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2800"/>
              <a:buFont typeface="Trebuchet MS"/>
              <a:buNone/>
              <a:defRPr sz="2800">
                <a:solidFill>
                  <a:schemeClr val="dk1"/>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extLst>
    <p:ext uri="{DCECCB84-F9BA-43D5-87BE-67443E8EF086}">
      <p15:sldGuideLst>
        <p15:guide id="1" orient="horz" pos="1272">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37" name="Shape 37"/>
        <p:cNvGrpSpPr/>
        <p:nvPr/>
      </p:nvGrpSpPr>
      <p:grpSpPr>
        <a:xfrm>
          <a:off x="0" y="0"/>
          <a:ext cx="0" cy="0"/>
          <a:chOff x="0" y="0"/>
          <a:chExt cx="0" cy="0"/>
        </a:xfrm>
      </p:grpSpPr>
      <p:sp>
        <p:nvSpPr>
          <p:cNvPr id="38" name="Google Shape;38;p15"/>
          <p:cNvSpPr txBox="1"/>
          <p:nvPr>
            <p:ph idx="1" type="body"/>
          </p:nvPr>
        </p:nvSpPr>
        <p:spPr>
          <a:xfrm>
            <a:off x="660400" y="2044700"/>
            <a:ext cx="4275138" cy="3560763"/>
          </a:xfrm>
          <a:prstGeom prst="rect">
            <a:avLst/>
          </a:prstGeom>
          <a:noFill/>
          <a:ln>
            <a:noFill/>
          </a:ln>
        </p:spPr>
        <p:txBody>
          <a:bodyPr anchorCtr="0" anchor="t" bIns="45700" lIns="91425" spcFirstLastPara="1" rIns="91425" wrap="square" tIns="45700">
            <a:normAutofit/>
          </a:bodyPr>
          <a:lstStyle>
            <a:lvl1pPr indent="-330200" lvl="0" marL="457200" algn="l">
              <a:spcBef>
                <a:spcPts val="1000"/>
              </a:spcBef>
              <a:spcAft>
                <a:spcPts val="0"/>
              </a:spcAft>
              <a:buClr>
                <a:schemeClr val="accent4"/>
              </a:buClr>
              <a:buSzPts val="1600"/>
              <a:buFont typeface="Noto Sans Symbols"/>
              <a:buChar char="▪"/>
              <a:defRPr sz="2000"/>
            </a:lvl1pPr>
            <a:lvl2pPr indent="-320040" lvl="1" marL="914400" algn="l">
              <a:spcBef>
                <a:spcPts val="1000"/>
              </a:spcBef>
              <a:spcAft>
                <a:spcPts val="0"/>
              </a:spcAft>
              <a:buClr>
                <a:schemeClr val="accent4"/>
              </a:buClr>
              <a:buSzPts val="1440"/>
              <a:buFont typeface="Noto Sans Symbols"/>
              <a:buChar char="▪"/>
              <a:defRPr sz="1800"/>
            </a:lvl2pPr>
            <a:lvl3pPr indent="-309880" lvl="2" marL="1371600" algn="l">
              <a:spcBef>
                <a:spcPts val="1000"/>
              </a:spcBef>
              <a:spcAft>
                <a:spcPts val="0"/>
              </a:spcAft>
              <a:buClr>
                <a:schemeClr val="accent4"/>
              </a:buClr>
              <a:buSzPts val="1280"/>
              <a:buFont typeface="Noto Sans Symbols"/>
              <a:buChar char="▪"/>
              <a:defRPr sz="1600"/>
            </a:lvl3pPr>
            <a:lvl4pPr indent="-309880" lvl="3" marL="1828800" algn="l">
              <a:spcBef>
                <a:spcPts val="1000"/>
              </a:spcBef>
              <a:spcAft>
                <a:spcPts val="0"/>
              </a:spcAft>
              <a:buClr>
                <a:schemeClr val="accent4"/>
              </a:buClr>
              <a:buSzPts val="1280"/>
              <a:buFont typeface="Noto Sans Symbols"/>
              <a:buChar char="▪"/>
              <a:defRPr sz="1600"/>
            </a:lvl4pPr>
            <a:lvl5pPr indent="-309879" lvl="4" marL="2286000" algn="l">
              <a:spcBef>
                <a:spcPts val="1000"/>
              </a:spcBef>
              <a:spcAft>
                <a:spcPts val="0"/>
              </a:spcAft>
              <a:buClr>
                <a:schemeClr val="accent4"/>
              </a:buClr>
              <a:buSzPts val="1280"/>
              <a:buFont typeface="Noto Sans Symbols"/>
              <a:buChar char="▪"/>
              <a:defRPr sz="1600"/>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39" name="Google Shape;39;p15"/>
          <p:cNvSpPr/>
          <p:nvPr/>
        </p:nvSpPr>
        <p:spPr>
          <a:xfrm>
            <a:off x="9354457" y="5363987"/>
            <a:ext cx="457200" cy="457200"/>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rebuchet MS"/>
              <a:ea typeface="Trebuchet MS"/>
              <a:cs typeface="Trebuchet MS"/>
              <a:sym typeface="Trebuchet MS"/>
            </a:endParaRPr>
          </a:p>
        </p:txBody>
      </p:sp>
      <p:sp>
        <p:nvSpPr>
          <p:cNvPr id="40" name="Google Shape;40;p15"/>
          <p:cNvSpPr/>
          <p:nvPr/>
        </p:nvSpPr>
        <p:spPr>
          <a:xfrm>
            <a:off x="6692791" y="1699889"/>
            <a:ext cx="319749" cy="319749"/>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rebuchet MS"/>
              <a:ea typeface="Trebuchet MS"/>
              <a:cs typeface="Trebuchet MS"/>
              <a:sym typeface="Trebuchet MS"/>
            </a:endParaRPr>
          </a:p>
        </p:txBody>
      </p:sp>
      <p:sp>
        <p:nvSpPr>
          <p:cNvPr id="41" name="Google Shape;41;p15"/>
          <p:cNvSpPr/>
          <p:nvPr/>
        </p:nvSpPr>
        <p:spPr>
          <a:xfrm>
            <a:off x="9354457" y="5897738"/>
            <a:ext cx="179977" cy="179977"/>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rebuchet MS"/>
              <a:ea typeface="Trebuchet MS"/>
              <a:cs typeface="Trebuchet MS"/>
              <a:sym typeface="Trebuchet MS"/>
            </a:endParaRPr>
          </a:p>
        </p:txBody>
      </p:sp>
      <p:sp>
        <p:nvSpPr>
          <p:cNvPr id="42" name="Google Shape;42;p15"/>
          <p:cNvSpPr/>
          <p:nvPr>
            <p:ph idx="2" type="pic"/>
          </p:nvPr>
        </p:nvSpPr>
        <p:spPr>
          <a:xfrm>
            <a:off x="7090227" y="786181"/>
            <a:ext cx="4441372" cy="5393036"/>
          </a:xfrm>
          <a:prstGeom prst="rect">
            <a:avLst/>
          </a:prstGeom>
          <a:noFill/>
          <a:ln>
            <a:noFill/>
          </a:ln>
        </p:spPr>
      </p:sp>
      <p:sp>
        <p:nvSpPr>
          <p:cNvPr id="43" name="Google Shape;43;p15"/>
          <p:cNvSpPr txBox="1"/>
          <p:nvPr>
            <p:ph type="title"/>
          </p:nvPr>
        </p:nvSpPr>
        <p:spPr>
          <a:xfrm>
            <a:off x="660400" y="805213"/>
            <a:ext cx="4275138" cy="830997"/>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800"/>
              <a:buFont typeface="Trebuchet MS"/>
              <a:buNone/>
              <a:defRPr b="1" sz="4800">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extLst>
    <p:ext uri="{DCECCB84-F9BA-43D5-87BE-67443E8EF086}">
      <p15:sldGuideLst>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roduction">
  <p:cSld name="Introduction">
    <p:spTree>
      <p:nvGrpSpPr>
        <p:cNvPr id="44" name="Shape 44"/>
        <p:cNvGrpSpPr/>
        <p:nvPr/>
      </p:nvGrpSpPr>
      <p:grpSpPr>
        <a:xfrm>
          <a:off x="0" y="0"/>
          <a:ext cx="0" cy="0"/>
          <a:chOff x="0" y="0"/>
          <a:chExt cx="0" cy="0"/>
        </a:xfrm>
      </p:grpSpPr>
      <p:sp>
        <p:nvSpPr>
          <p:cNvPr id="45" name="Google Shape;45;p16"/>
          <p:cNvSpPr/>
          <p:nvPr/>
        </p:nvSpPr>
        <p:spPr>
          <a:xfrm>
            <a:off x="7362825" y="443263"/>
            <a:ext cx="361950" cy="361950"/>
          </a:xfrm>
          <a:prstGeom prst="ellipse">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accent5"/>
              </a:solidFill>
              <a:latin typeface="Trebuchet MS"/>
              <a:ea typeface="Trebuchet MS"/>
              <a:cs typeface="Trebuchet MS"/>
              <a:sym typeface="Trebuchet MS"/>
            </a:endParaRPr>
          </a:p>
        </p:txBody>
      </p:sp>
      <p:sp>
        <p:nvSpPr>
          <p:cNvPr id="46" name="Google Shape;46;p16"/>
          <p:cNvSpPr/>
          <p:nvPr/>
        </p:nvSpPr>
        <p:spPr>
          <a:xfrm>
            <a:off x="11007246" y="5605994"/>
            <a:ext cx="654227" cy="654227"/>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accent5"/>
              </a:solidFill>
              <a:latin typeface="Trebuchet MS"/>
              <a:ea typeface="Trebuchet MS"/>
              <a:cs typeface="Trebuchet MS"/>
              <a:sym typeface="Trebuchet MS"/>
            </a:endParaRPr>
          </a:p>
        </p:txBody>
      </p:sp>
      <p:sp>
        <p:nvSpPr>
          <p:cNvPr id="47" name="Google Shape;47;p16"/>
          <p:cNvSpPr/>
          <p:nvPr/>
        </p:nvSpPr>
        <p:spPr>
          <a:xfrm>
            <a:off x="10683791" y="6132439"/>
            <a:ext cx="251152" cy="251152"/>
          </a:xfrm>
          <a:prstGeom prst="ellipse">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accent5"/>
              </a:solidFill>
              <a:latin typeface="Trebuchet MS"/>
              <a:ea typeface="Trebuchet MS"/>
              <a:cs typeface="Trebuchet MS"/>
              <a:sym typeface="Trebuchet MS"/>
            </a:endParaRPr>
          </a:p>
        </p:txBody>
      </p:sp>
      <p:sp>
        <p:nvSpPr>
          <p:cNvPr id="48" name="Google Shape;48;p16"/>
          <p:cNvSpPr/>
          <p:nvPr>
            <p:ph idx="2" type="pic"/>
          </p:nvPr>
        </p:nvSpPr>
        <p:spPr>
          <a:xfrm>
            <a:off x="5733416" y="624239"/>
            <a:ext cx="5855754" cy="5631571"/>
          </a:xfrm>
          <a:prstGeom prst="rect">
            <a:avLst/>
          </a:prstGeom>
          <a:noFill/>
          <a:ln>
            <a:noFill/>
          </a:ln>
        </p:spPr>
      </p:sp>
      <p:sp>
        <p:nvSpPr>
          <p:cNvPr id="49" name="Google Shape;49;p16"/>
          <p:cNvSpPr txBox="1"/>
          <p:nvPr>
            <p:ph idx="1" type="body"/>
          </p:nvPr>
        </p:nvSpPr>
        <p:spPr>
          <a:xfrm>
            <a:off x="660400" y="2044700"/>
            <a:ext cx="4275138" cy="3560763"/>
          </a:xfrm>
          <a:prstGeom prst="rect">
            <a:avLst/>
          </a:prstGeom>
          <a:noFill/>
          <a:ln>
            <a:noFill/>
          </a:ln>
        </p:spPr>
        <p:txBody>
          <a:bodyPr anchorCtr="0" anchor="t" bIns="45700" lIns="91425" spcFirstLastPara="1" rIns="91425" wrap="square" tIns="45700">
            <a:normAutofit/>
          </a:bodyPr>
          <a:lstStyle>
            <a:lvl1pPr indent="-330200" lvl="0" marL="457200" algn="l">
              <a:lnSpc>
                <a:spcPct val="150000"/>
              </a:lnSpc>
              <a:spcBef>
                <a:spcPts val="1000"/>
              </a:spcBef>
              <a:spcAft>
                <a:spcPts val="0"/>
              </a:spcAft>
              <a:buClr>
                <a:schemeClr val="accent4"/>
              </a:buClr>
              <a:buSzPts val="1600"/>
              <a:buFont typeface="Noto Sans Symbols"/>
              <a:buChar char="▪"/>
              <a:defRPr sz="2000"/>
            </a:lvl1pPr>
            <a:lvl2pPr indent="-330200" lvl="1" marL="914400" algn="l">
              <a:spcBef>
                <a:spcPts val="1000"/>
              </a:spcBef>
              <a:spcAft>
                <a:spcPts val="0"/>
              </a:spcAft>
              <a:buClr>
                <a:schemeClr val="accent4"/>
              </a:buClr>
              <a:buSzPts val="1600"/>
              <a:buFont typeface="Noto Sans Symbols"/>
              <a:buChar char="▪"/>
              <a:defRPr sz="2000"/>
            </a:lvl2pPr>
            <a:lvl3pPr indent="-320039" lvl="2" marL="1371600" algn="l">
              <a:spcBef>
                <a:spcPts val="1000"/>
              </a:spcBef>
              <a:spcAft>
                <a:spcPts val="0"/>
              </a:spcAft>
              <a:buClr>
                <a:schemeClr val="accent4"/>
              </a:buClr>
              <a:buSzPts val="1440"/>
              <a:buFont typeface="Noto Sans Symbols"/>
              <a:buChar char="▪"/>
              <a:defRPr sz="1800"/>
            </a:lvl3pPr>
            <a:lvl4pPr indent="-320039" lvl="3" marL="1828800" algn="l">
              <a:spcBef>
                <a:spcPts val="1000"/>
              </a:spcBef>
              <a:spcAft>
                <a:spcPts val="0"/>
              </a:spcAft>
              <a:buClr>
                <a:schemeClr val="accent4"/>
              </a:buClr>
              <a:buSzPts val="1440"/>
              <a:buFont typeface="Noto Sans Symbols"/>
              <a:buChar char="▪"/>
              <a:defRPr sz="1800"/>
            </a:lvl4pPr>
            <a:lvl5pPr indent="-320039" lvl="4" marL="2286000" algn="l">
              <a:spcBef>
                <a:spcPts val="1000"/>
              </a:spcBef>
              <a:spcAft>
                <a:spcPts val="0"/>
              </a:spcAft>
              <a:buClr>
                <a:schemeClr val="accent4"/>
              </a:buClr>
              <a:buSzPts val="1440"/>
              <a:buFont typeface="Noto Sans Symbols"/>
              <a:buChar char="▪"/>
              <a:defRPr sz="1800"/>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50" name="Google Shape;50;p16"/>
          <p:cNvSpPr txBox="1"/>
          <p:nvPr>
            <p:ph type="title"/>
          </p:nvPr>
        </p:nvSpPr>
        <p:spPr>
          <a:xfrm>
            <a:off x="660400" y="805213"/>
            <a:ext cx="4275138" cy="830997"/>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800"/>
              <a:buFont typeface="Trebuchet MS"/>
              <a:buNone/>
              <a:defRPr b="1" sz="4800">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extLst>
    <p:ext uri="{DCECCB84-F9BA-43D5-87BE-67443E8EF086}">
      <p15:sldGuideLst>
        <p15:guide id="1" orient="horz" pos="216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p:cSld name="Team">
    <p:spTree>
      <p:nvGrpSpPr>
        <p:cNvPr id="51" name="Shape 51"/>
        <p:cNvGrpSpPr/>
        <p:nvPr/>
      </p:nvGrpSpPr>
      <p:grpSpPr>
        <a:xfrm>
          <a:off x="0" y="0"/>
          <a:ext cx="0" cy="0"/>
          <a:chOff x="0" y="0"/>
          <a:chExt cx="0" cy="0"/>
        </a:xfrm>
      </p:grpSpPr>
      <p:sp>
        <p:nvSpPr>
          <p:cNvPr id="52" name="Google Shape;52;p17"/>
          <p:cNvSpPr/>
          <p:nvPr>
            <p:ph idx="2" type="pic"/>
          </p:nvPr>
        </p:nvSpPr>
        <p:spPr>
          <a:xfrm>
            <a:off x="5353508" y="2555551"/>
            <a:ext cx="1484985" cy="1280160"/>
          </a:xfrm>
          <a:prstGeom prst="rect">
            <a:avLst/>
          </a:prstGeom>
          <a:noFill/>
          <a:ln>
            <a:noFill/>
          </a:ln>
        </p:spPr>
      </p:sp>
      <p:sp>
        <p:nvSpPr>
          <p:cNvPr id="53" name="Google Shape;53;p17"/>
          <p:cNvSpPr/>
          <p:nvPr>
            <p:ph idx="3" type="pic"/>
          </p:nvPr>
        </p:nvSpPr>
        <p:spPr>
          <a:xfrm>
            <a:off x="3115921" y="2555551"/>
            <a:ext cx="1484985" cy="1280160"/>
          </a:xfrm>
          <a:prstGeom prst="rect">
            <a:avLst/>
          </a:prstGeom>
          <a:noFill/>
          <a:ln>
            <a:noFill/>
          </a:ln>
        </p:spPr>
      </p:sp>
      <p:sp>
        <p:nvSpPr>
          <p:cNvPr id="54" name="Google Shape;54;p17"/>
          <p:cNvSpPr/>
          <p:nvPr>
            <p:ph idx="4" type="pic"/>
          </p:nvPr>
        </p:nvSpPr>
        <p:spPr>
          <a:xfrm>
            <a:off x="7602465" y="2555551"/>
            <a:ext cx="1484985" cy="1280160"/>
          </a:xfrm>
          <a:prstGeom prst="rect">
            <a:avLst/>
          </a:prstGeom>
          <a:noFill/>
          <a:ln>
            <a:noFill/>
          </a:ln>
        </p:spPr>
      </p:sp>
      <p:sp>
        <p:nvSpPr>
          <p:cNvPr id="55" name="Google Shape;55;p17"/>
          <p:cNvSpPr/>
          <p:nvPr>
            <p:ph idx="5" type="pic"/>
          </p:nvPr>
        </p:nvSpPr>
        <p:spPr>
          <a:xfrm>
            <a:off x="9840051" y="2555551"/>
            <a:ext cx="1484985" cy="1280160"/>
          </a:xfrm>
          <a:prstGeom prst="rect">
            <a:avLst/>
          </a:prstGeom>
          <a:noFill/>
          <a:ln>
            <a:noFill/>
          </a:ln>
        </p:spPr>
      </p:sp>
      <p:sp>
        <p:nvSpPr>
          <p:cNvPr id="56" name="Google Shape;56;p17"/>
          <p:cNvSpPr txBox="1"/>
          <p:nvPr>
            <p:ph type="title"/>
          </p:nvPr>
        </p:nvSpPr>
        <p:spPr>
          <a:xfrm>
            <a:off x="432000" y="647700"/>
            <a:ext cx="11340000" cy="700114"/>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17"/>
          <p:cNvSpPr/>
          <p:nvPr/>
        </p:nvSpPr>
        <p:spPr>
          <a:xfrm>
            <a:off x="546669" y="3467555"/>
            <a:ext cx="458268" cy="395059"/>
          </a:xfrm>
          <a:prstGeom prst="hexagon">
            <a:avLst>
              <a:gd fmla="val 25000" name="adj"/>
              <a:gd fmla="val 115470" name="vf"/>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rebuchet MS"/>
              <a:ea typeface="Trebuchet MS"/>
              <a:cs typeface="Trebuchet MS"/>
              <a:sym typeface="Trebuchet MS"/>
            </a:endParaRPr>
          </a:p>
        </p:txBody>
      </p:sp>
      <p:sp>
        <p:nvSpPr>
          <p:cNvPr id="58" name="Google Shape;58;p17"/>
          <p:cNvSpPr/>
          <p:nvPr/>
        </p:nvSpPr>
        <p:spPr>
          <a:xfrm>
            <a:off x="11113337" y="2394722"/>
            <a:ext cx="358391" cy="308958"/>
          </a:xfrm>
          <a:prstGeom prst="hexagon">
            <a:avLst>
              <a:gd fmla="val 25000" name="adj"/>
              <a:gd fmla="val 115470" name="vf"/>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rebuchet MS"/>
              <a:ea typeface="Trebuchet MS"/>
              <a:cs typeface="Trebuchet MS"/>
              <a:sym typeface="Trebuchet MS"/>
            </a:endParaRPr>
          </a:p>
        </p:txBody>
      </p:sp>
      <p:sp>
        <p:nvSpPr>
          <p:cNvPr id="59" name="Google Shape;59;p17"/>
          <p:cNvSpPr/>
          <p:nvPr/>
        </p:nvSpPr>
        <p:spPr>
          <a:xfrm>
            <a:off x="10882649" y="2202202"/>
            <a:ext cx="230688" cy="198869"/>
          </a:xfrm>
          <a:prstGeom prst="hexagon">
            <a:avLst>
              <a:gd fmla="val 25000" name="adj"/>
              <a:gd fmla="val 115470" name="vf"/>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rebuchet MS"/>
              <a:ea typeface="Trebuchet MS"/>
              <a:cs typeface="Trebuchet MS"/>
              <a:sym typeface="Trebuchet MS"/>
            </a:endParaRPr>
          </a:p>
        </p:txBody>
      </p:sp>
      <p:sp>
        <p:nvSpPr>
          <p:cNvPr id="60" name="Google Shape;60;p17"/>
          <p:cNvSpPr txBox="1"/>
          <p:nvPr>
            <p:ph idx="1" type="body"/>
          </p:nvPr>
        </p:nvSpPr>
        <p:spPr>
          <a:xfrm>
            <a:off x="546668" y="4172761"/>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600"/>
              <a:buNone/>
              <a:defRPr b="1" sz="2000">
                <a:solidFill>
                  <a:schemeClr val="accent4"/>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1" name="Google Shape;61;p17"/>
          <p:cNvSpPr txBox="1"/>
          <p:nvPr>
            <p:ph idx="6" type="body"/>
          </p:nvPr>
        </p:nvSpPr>
        <p:spPr>
          <a:xfrm>
            <a:off x="556692" y="4588259"/>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280"/>
              <a:buNone/>
              <a:defRPr sz="1600">
                <a:solidFill>
                  <a:schemeClr val="dk1"/>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2" name="Google Shape;62;p17"/>
          <p:cNvSpPr txBox="1"/>
          <p:nvPr>
            <p:ph idx="7" type="body"/>
          </p:nvPr>
        </p:nvSpPr>
        <p:spPr>
          <a:xfrm>
            <a:off x="2789482" y="4172761"/>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600"/>
              <a:buNone/>
              <a:defRPr b="1" sz="2000">
                <a:solidFill>
                  <a:schemeClr val="accent4"/>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3" name="Google Shape;63;p17"/>
          <p:cNvSpPr txBox="1"/>
          <p:nvPr>
            <p:ph idx="8" type="body"/>
          </p:nvPr>
        </p:nvSpPr>
        <p:spPr>
          <a:xfrm>
            <a:off x="2789483" y="4588259"/>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280"/>
              <a:buNone/>
              <a:defRPr sz="1600">
                <a:solidFill>
                  <a:schemeClr val="dk1"/>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4" name="Google Shape;64;p17"/>
          <p:cNvSpPr txBox="1"/>
          <p:nvPr>
            <p:ph idx="9" type="body"/>
          </p:nvPr>
        </p:nvSpPr>
        <p:spPr>
          <a:xfrm>
            <a:off x="5032296" y="4172761"/>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600"/>
              <a:buNone/>
              <a:defRPr b="1" sz="2000">
                <a:solidFill>
                  <a:schemeClr val="accent4"/>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5" name="Google Shape;65;p17"/>
          <p:cNvSpPr txBox="1"/>
          <p:nvPr>
            <p:ph idx="13" type="body"/>
          </p:nvPr>
        </p:nvSpPr>
        <p:spPr>
          <a:xfrm>
            <a:off x="5029201" y="4588259"/>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280"/>
              <a:buNone/>
              <a:defRPr sz="1600">
                <a:solidFill>
                  <a:schemeClr val="dk1"/>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6" name="Google Shape;66;p17"/>
          <p:cNvSpPr txBox="1"/>
          <p:nvPr>
            <p:ph idx="14" type="body"/>
          </p:nvPr>
        </p:nvSpPr>
        <p:spPr>
          <a:xfrm>
            <a:off x="7275110" y="4172761"/>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600"/>
              <a:buNone/>
              <a:defRPr b="1" sz="2000">
                <a:solidFill>
                  <a:schemeClr val="accent4"/>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7" name="Google Shape;67;p17"/>
          <p:cNvSpPr txBox="1"/>
          <p:nvPr>
            <p:ph idx="15" type="body"/>
          </p:nvPr>
        </p:nvSpPr>
        <p:spPr>
          <a:xfrm>
            <a:off x="7275111" y="4588259"/>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280"/>
              <a:buNone/>
              <a:defRPr sz="1600">
                <a:solidFill>
                  <a:schemeClr val="dk1"/>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8" name="Google Shape;68;p17"/>
          <p:cNvSpPr txBox="1"/>
          <p:nvPr>
            <p:ph idx="16" type="body"/>
          </p:nvPr>
        </p:nvSpPr>
        <p:spPr>
          <a:xfrm>
            <a:off x="9517923" y="4172761"/>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600"/>
              <a:buNone/>
              <a:defRPr b="1" sz="2000">
                <a:solidFill>
                  <a:schemeClr val="accent4"/>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9" name="Google Shape;69;p17"/>
          <p:cNvSpPr txBox="1"/>
          <p:nvPr>
            <p:ph idx="17" type="body"/>
          </p:nvPr>
        </p:nvSpPr>
        <p:spPr>
          <a:xfrm>
            <a:off x="9517923" y="4588259"/>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280"/>
              <a:buNone/>
              <a:defRPr sz="1600">
                <a:solidFill>
                  <a:schemeClr val="dk1"/>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70" name="Google Shape;70;p17"/>
          <p:cNvSpPr/>
          <p:nvPr>
            <p:ph idx="18" type="pic"/>
          </p:nvPr>
        </p:nvSpPr>
        <p:spPr>
          <a:xfrm>
            <a:off x="878337" y="2555551"/>
            <a:ext cx="1484985" cy="1280160"/>
          </a:xfrm>
          <a:prstGeom prst="rect">
            <a:avLst/>
          </a:prstGeom>
          <a:noFill/>
          <a:ln>
            <a:noFill/>
          </a:ln>
        </p:spPr>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71" name="Shape 71"/>
        <p:cNvGrpSpPr/>
        <p:nvPr/>
      </p:nvGrpSpPr>
      <p:grpSpPr>
        <a:xfrm>
          <a:off x="0" y="0"/>
          <a:ext cx="0" cy="0"/>
          <a:chOff x="0" y="0"/>
          <a:chExt cx="0" cy="0"/>
        </a:xfrm>
      </p:grpSpPr>
      <p:grpSp>
        <p:nvGrpSpPr>
          <p:cNvPr id="72" name="Google Shape;72;p18"/>
          <p:cNvGrpSpPr/>
          <p:nvPr/>
        </p:nvGrpSpPr>
        <p:grpSpPr>
          <a:xfrm>
            <a:off x="0" y="-8467"/>
            <a:ext cx="12192000" cy="6866467"/>
            <a:chOff x="0" y="-8467"/>
            <a:chExt cx="12192000" cy="6866467"/>
          </a:xfrm>
        </p:grpSpPr>
        <p:sp>
          <p:nvSpPr>
            <p:cNvPr id="73" name="Google Shape;73;p18"/>
            <p:cNvSpPr/>
            <p:nvPr/>
          </p:nvSpPr>
          <p:spPr>
            <a:xfrm>
              <a:off x="0" y="-7862"/>
              <a:ext cx="863600" cy="5698067"/>
            </a:xfrm>
            <a:custGeom>
              <a:rect b="b" l="l" r="r" t="t"/>
              <a:pathLst>
                <a:path extrusionOk="0" h="5698067" w="863600">
                  <a:moveTo>
                    <a:pt x="0" y="8467"/>
                  </a:moveTo>
                  <a:lnTo>
                    <a:pt x="863600" y="0"/>
                  </a:lnTo>
                  <a:lnTo>
                    <a:pt x="863600" y="16934"/>
                  </a:lnTo>
                  <a:lnTo>
                    <a:pt x="0" y="5698067"/>
                  </a:lnTo>
                  <a:lnTo>
                    <a:pt x="0" y="8467"/>
                  </a:lnTo>
                  <a:close/>
                </a:path>
              </a:pathLst>
            </a:custGeom>
            <a:solidFill>
              <a:schemeClr val="accent1">
                <a:alpha val="69803"/>
              </a:schemeClr>
            </a:solidFill>
            <a:ln>
              <a:noFill/>
            </a:ln>
          </p:spPr>
        </p:sp>
        <p:cxnSp>
          <p:nvCxnSpPr>
            <p:cNvPr id="74" name="Google Shape;74;p18"/>
            <p:cNvCxnSpPr/>
            <p:nvPr/>
          </p:nvCxnSpPr>
          <p:spPr>
            <a:xfrm>
              <a:off x="9371012" y="0"/>
              <a:ext cx="1219200" cy="6858000"/>
            </a:xfrm>
            <a:prstGeom prst="straightConnector1">
              <a:avLst/>
            </a:prstGeom>
            <a:noFill/>
            <a:ln cap="flat" cmpd="sng" w="9525">
              <a:solidFill>
                <a:schemeClr val="accent1">
                  <a:alpha val="69803"/>
                </a:schemeClr>
              </a:solidFill>
              <a:prstDash val="solid"/>
              <a:round/>
              <a:headEnd len="sm" w="sm" type="none"/>
              <a:tailEnd len="sm" w="sm" type="none"/>
            </a:ln>
          </p:spPr>
        </p:cxnSp>
        <p:cxnSp>
          <p:nvCxnSpPr>
            <p:cNvPr id="75" name="Google Shape;75;p18"/>
            <p:cNvCxnSpPr/>
            <p:nvPr/>
          </p:nvCxnSpPr>
          <p:spPr>
            <a:xfrm flipH="1">
              <a:off x="7425267" y="3681413"/>
              <a:ext cx="4763558" cy="3176587"/>
            </a:xfrm>
            <a:prstGeom prst="straightConnector1">
              <a:avLst/>
            </a:prstGeom>
            <a:noFill/>
            <a:ln cap="flat" cmpd="sng" w="9525">
              <a:solidFill>
                <a:schemeClr val="accent1">
                  <a:alpha val="69803"/>
                </a:schemeClr>
              </a:solidFill>
              <a:prstDash val="solid"/>
              <a:round/>
              <a:headEnd len="sm" w="sm" type="none"/>
              <a:tailEnd len="sm" w="sm" type="none"/>
            </a:ln>
          </p:spPr>
        </p:cxnSp>
        <p:sp>
          <p:nvSpPr>
            <p:cNvPr id="76" name="Google Shape;76;p18"/>
            <p:cNvSpPr/>
            <p:nvPr/>
          </p:nvSpPr>
          <p:spPr>
            <a:xfrm>
              <a:off x="9181476" y="-8467"/>
              <a:ext cx="3007349" cy="6866467"/>
            </a:xfrm>
            <a:custGeom>
              <a:rect b="b" l="l" r="r" t="t"/>
              <a:pathLst>
                <a:path extrusionOk="0" h="6866467" w="3007349">
                  <a:moveTo>
                    <a:pt x="2045532" y="0"/>
                  </a:moveTo>
                  <a:lnTo>
                    <a:pt x="3007349" y="0"/>
                  </a:lnTo>
                  <a:lnTo>
                    <a:pt x="3007349" y="6866467"/>
                  </a:lnTo>
                  <a:lnTo>
                    <a:pt x="0" y="6866467"/>
                  </a:lnTo>
                  <a:lnTo>
                    <a:pt x="2045532" y="0"/>
                  </a:lnTo>
                  <a:close/>
                </a:path>
              </a:pathLst>
            </a:custGeom>
            <a:solidFill>
              <a:schemeClr val="accent1">
                <a:alpha val="35686"/>
              </a:schemeClr>
            </a:solidFill>
            <a:ln>
              <a:noFill/>
            </a:ln>
          </p:spPr>
        </p:sp>
        <p:sp>
          <p:nvSpPr>
            <p:cNvPr id="77" name="Google Shape;77;p18"/>
            <p:cNvSpPr/>
            <p:nvPr/>
          </p:nvSpPr>
          <p:spPr>
            <a:xfrm>
              <a:off x="9603442" y="-8467"/>
              <a:ext cx="2588558" cy="6866467"/>
            </a:xfrm>
            <a:custGeom>
              <a:rect b="b" l="l" r="r" t="t"/>
              <a:pathLst>
                <a:path extrusionOk="0" h="6866467" w="2573311">
                  <a:moveTo>
                    <a:pt x="0" y="0"/>
                  </a:moveTo>
                  <a:lnTo>
                    <a:pt x="2573311" y="0"/>
                  </a:lnTo>
                  <a:lnTo>
                    <a:pt x="2573311" y="6866467"/>
                  </a:lnTo>
                  <a:lnTo>
                    <a:pt x="1202336" y="6866467"/>
                  </a:lnTo>
                  <a:lnTo>
                    <a:pt x="0" y="0"/>
                  </a:lnTo>
                  <a:close/>
                </a:path>
              </a:pathLst>
            </a:custGeom>
            <a:solidFill>
              <a:schemeClr val="accent1">
                <a:alpha val="20000"/>
              </a:schemeClr>
            </a:solidFill>
            <a:ln>
              <a:noFill/>
            </a:ln>
          </p:spPr>
        </p:sp>
        <p:sp>
          <p:nvSpPr>
            <p:cNvPr id="78" name="Google Shape;78;p18"/>
            <p:cNvSpPr/>
            <p:nvPr/>
          </p:nvSpPr>
          <p:spPr>
            <a:xfrm>
              <a:off x="8932333" y="3048000"/>
              <a:ext cx="3259667" cy="3810000"/>
            </a:xfrm>
            <a:prstGeom prst="triangle">
              <a:avLst>
                <a:gd fmla="val 100000" name="adj"/>
              </a:avLst>
            </a:prstGeom>
            <a:solidFill>
              <a:srgbClr val="16B0E3">
                <a:alpha val="6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18"/>
            <p:cNvSpPr/>
            <p:nvPr/>
          </p:nvSpPr>
          <p:spPr>
            <a:xfrm>
              <a:off x="9334500" y="-8467"/>
              <a:ext cx="2854326" cy="6866467"/>
            </a:xfrm>
            <a:custGeom>
              <a:rect b="b" l="l" r="r" t="t"/>
              <a:pathLst>
                <a:path extrusionOk="0" h="6866467" w="2858013">
                  <a:moveTo>
                    <a:pt x="0" y="0"/>
                  </a:moveTo>
                  <a:lnTo>
                    <a:pt x="2858013" y="0"/>
                  </a:lnTo>
                  <a:lnTo>
                    <a:pt x="2858013" y="6866467"/>
                  </a:lnTo>
                  <a:lnTo>
                    <a:pt x="2473942" y="6866467"/>
                  </a:lnTo>
                  <a:lnTo>
                    <a:pt x="0" y="0"/>
                  </a:lnTo>
                  <a:close/>
                </a:path>
              </a:pathLst>
            </a:custGeom>
            <a:solidFill>
              <a:srgbClr val="16B0E3">
                <a:alpha val="49803"/>
              </a:srgbClr>
            </a:solidFill>
            <a:ln>
              <a:noFill/>
            </a:ln>
          </p:spPr>
        </p:sp>
        <p:sp>
          <p:nvSpPr>
            <p:cNvPr id="80" name="Google Shape;80;p18"/>
            <p:cNvSpPr/>
            <p:nvPr/>
          </p:nvSpPr>
          <p:spPr>
            <a:xfrm>
              <a:off x="10898730" y="-8467"/>
              <a:ext cx="1290094" cy="6866467"/>
            </a:xfrm>
            <a:custGeom>
              <a:rect b="b" l="l" r="r" t="t"/>
              <a:pathLst>
                <a:path extrusionOk="0" h="6858000" w="1290094">
                  <a:moveTo>
                    <a:pt x="1019735" y="0"/>
                  </a:moveTo>
                  <a:lnTo>
                    <a:pt x="1290094" y="0"/>
                  </a:lnTo>
                  <a:lnTo>
                    <a:pt x="1290094" y="6858000"/>
                  </a:lnTo>
                  <a:lnTo>
                    <a:pt x="0" y="6858000"/>
                  </a:lnTo>
                  <a:lnTo>
                    <a:pt x="1019735" y="0"/>
                  </a:lnTo>
                  <a:close/>
                </a:path>
              </a:pathLst>
            </a:custGeom>
            <a:solidFill>
              <a:schemeClr val="accent2">
                <a:alpha val="69803"/>
              </a:schemeClr>
            </a:solidFill>
            <a:ln>
              <a:noFill/>
            </a:ln>
          </p:spPr>
        </p:sp>
        <p:sp>
          <p:nvSpPr>
            <p:cNvPr id="81" name="Google Shape;81;p18"/>
            <p:cNvSpPr/>
            <p:nvPr/>
          </p:nvSpPr>
          <p:spPr>
            <a:xfrm>
              <a:off x="10938999" y="-8467"/>
              <a:ext cx="1249825" cy="6866467"/>
            </a:xfrm>
            <a:custGeom>
              <a:rect b="b" l="l" r="r" t="t"/>
              <a:pathLst>
                <a:path extrusionOk="0" h="6858000" w="1249825">
                  <a:moveTo>
                    <a:pt x="0" y="0"/>
                  </a:moveTo>
                  <a:lnTo>
                    <a:pt x="1249825" y="0"/>
                  </a:lnTo>
                  <a:lnTo>
                    <a:pt x="1249825" y="6858000"/>
                  </a:lnTo>
                  <a:lnTo>
                    <a:pt x="1109382" y="6858000"/>
                  </a:lnTo>
                  <a:lnTo>
                    <a:pt x="0" y="0"/>
                  </a:lnTo>
                  <a:close/>
                </a:path>
              </a:pathLst>
            </a:custGeom>
            <a:solidFill>
              <a:srgbClr val="226292">
                <a:alpha val="80000"/>
              </a:srgbClr>
            </a:solidFill>
            <a:ln>
              <a:noFill/>
            </a:ln>
          </p:spPr>
        </p:sp>
        <p:sp>
          <p:nvSpPr>
            <p:cNvPr id="82" name="Google Shape;82;p18"/>
            <p:cNvSpPr/>
            <p:nvPr/>
          </p:nvSpPr>
          <p:spPr>
            <a:xfrm>
              <a:off x="10371666" y="3589867"/>
              <a:ext cx="1817159" cy="3268133"/>
            </a:xfrm>
            <a:prstGeom prst="triangle">
              <a:avLst>
                <a:gd fmla="val 100000" name="adj"/>
              </a:avLst>
            </a:prstGeom>
            <a:solidFill>
              <a:srgbClr val="16B0E3">
                <a:alpha val="6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3" name="Google Shape;83;p18"/>
          <p:cNvSpPr txBox="1"/>
          <p:nvPr>
            <p:ph type="ctrTitle"/>
          </p:nvPr>
        </p:nvSpPr>
        <p:spPr>
          <a:xfrm>
            <a:off x="1507067" y="2404534"/>
            <a:ext cx="7766936" cy="1646302"/>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Clr>
                <a:schemeClr val="accent1"/>
              </a:buClr>
              <a:buSzPts val="5400"/>
              <a:buFont typeface="Trebuchet MS"/>
              <a:buNone/>
              <a:defRPr sz="5400">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18"/>
          <p:cNvSpPr txBox="1"/>
          <p:nvPr>
            <p:ph idx="1" type="subTitle"/>
          </p:nvPr>
        </p:nvSpPr>
        <p:spPr>
          <a:xfrm>
            <a:off x="1507067" y="4050833"/>
            <a:ext cx="7766936" cy="1096899"/>
          </a:xfrm>
          <a:prstGeom prst="rect">
            <a:avLst/>
          </a:prstGeom>
          <a:noFill/>
          <a:ln>
            <a:noFill/>
          </a:ln>
        </p:spPr>
        <p:txBody>
          <a:bodyPr anchorCtr="0" anchor="t" bIns="45700" lIns="91425" spcFirstLastPara="1" rIns="91425" wrap="square" tIns="45700">
            <a:normAutofit/>
          </a:bodyPr>
          <a:lstStyle>
            <a:lvl1pPr lvl="0" algn="r">
              <a:spcBef>
                <a:spcPts val="1000"/>
              </a:spcBef>
              <a:spcAft>
                <a:spcPts val="0"/>
              </a:spcAft>
              <a:buSzPts val="1440"/>
              <a:buNone/>
              <a:defRPr>
                <a:solidFill>
                  <a:srgbClr val="7F7F7F"/>
                </a:solidFill>
              </a:defRPr>
            </a:lvl1pPr>
            <a:lvl2pPr lvl="1" algn="ctr">
              <a:spcBef>
                <a:spcPts val="1000"/>
              </a:spcBef>
              <a:spcAft>
                <a:spcPts val="0"/>
              </a:spcAft>
              <a:buSzPts val="1280"/>
              <a:buNone/>
              <a:defRPr>
                <a:solidFill>
                  <a:srgbClr val="888888"/>
                </a:solidFill>
              </a:defRPr>
            </a:lvl2pPr>
            <a:lvl3pPr lvl="2" algn="ctr">
              <a:spcBef>
                <a:spcPts val="1000"/>
              </a:spcBef>
              <a:spcAft>
                <a:spcPts val="0"/>
              </a:spcAft>
              <a:buSzPts val="1120"/>
              <a:buNone/>
              <a:defRPr>
                <a:solidFill>
                  <a:srgbClr val="888888"/>
                </a:solidFill>
              </a:defRPr>
            </a:lvl3pPr>
            <a:lvl4pPr lvl="3" algn="ctr">
              <a:spcBef>
                <a:spcPts val="1000"/>
              </a:spcBef>
              <a:spcAft>
                <a:spcPts val="0"/>
              </a:spcAft>
              <a:buSzPts val="960"/>
              <a:buNone/>
              <a:defRPr>
                <a:solidFill>
                  <a:srgbClr val="888888"/>
                </a:solidFill>
              </a:defRPr>
            </a:lvl4pPr>
            <a:lvl5pPr lvl="4" algn="ctr">
              <a:spcBef>
                <a:spcPts val="1000"/>
              </a:spcBef>
              <a:spcAft>
                <a:spcPts val="0"/>
              </a:spcAft>
              <a:buSzPts val="960"/>
              <a:buNone/>
              <a:defRPr>
                <a:solidFill>
                  <a:srgbClr val="888888"/>
                </a:solidFill>
              </a:defRPr>
            </a:lvl5pPr>
            <a:lvl6pPr lvl="5" algn="ctr">
              <a:spcBef>
                <a:spcPts val="1000"/>
              </a:spcBef>
              <a:spcAft>
                <a:spcPts val="0"/>
              </a:spcAft>
              <a:buSzPts val="960"/>
              <a:buNone/>
              <a:defRPr>
                <a:solidFill>
                  <a:srgbClr val="888888"/>
                </a:solidFill>
              </a:defRPr>
            </a:lvl6pPr>
            <a:lvl7pPr lvl="6" algn="ctr">
              <a:spcBef>
                <a:spcPts val="1000"/>
              </a:spcBef>
              <a:spcAft>
                <a:spcPts val="0"/>
              </a:spcAft>
              <a:buSzPts val="960"/>
              <a:buNone/>
              <a:defRPr>
                <a:solidFill>
                  <a:srgbClr val="888888"/>
                </a:solidFill>
              </a:defRPr>
            </a:lvl7pPr>
            <a:lvl8pPr lvl="7" algn="ctr">
              <a:spcBef>
                <a:spcPts val="1000"/>
              </a:spcBef>
              <a:spcAft>
                <a:spcPts val="0"/>
              </a:spcAft>
              <a:buSzPts val="960"/>
              <a:buNone/>
              <a:defRPr>
                <a:solidFill>
                  <a:srgbClr val="888888"/>
                </a:solidFill>
              </a:defRPr>
            </a:lvl8pPr>
            <a:lvl9pPr lvl="8" algn="ctr">
              <a:spcBef>
                <a:spcPts val="1000"/>
              </a:spcBef>
              <a:spcAft>
                <a:spcPts val="0"/>
              </a:spcAft>
              <a:buSzPts val="960"/>
              <a:buNone/>
              <a:defRPr>
                <a:solidFill>
                  <a:srgbClr val="888888"/>
                </a:solidFill>
              </a:defRPr>
            </a:lvl9pPr>
          </a:lstStyle>
          <a:p/>
        </p:txBody>
      </p:sp>
      <p:sp>
        <p:nvSpPr>
          <p:cNvPr id="85" name="Google Shape;85;p18"/>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18"/>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18"/>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88" name="Shape 88"/>
        <p:cNvGrpSpPr/>
        <p:nvPr/>
      </p:nvGrpSpPr>
      <p:grpSpPr>
        <a:xfrm>
          <a:off x="0" y="0"/>
          <a:ext cx="0" cy="0"/>
          <a:chOff x="0" y="0"/>
          <a:chExt cx="0" cy="0"/>
        </a:xfrm>
      </p:grpSpPr>
      <p:sp>
        <p:nvSpPr>
          <p:cNvPr id="89" name="Google Shape;89;p19"/>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19"/>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91" name="Google Shape;91;p19"/>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19"/>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19"/>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4" name="Shape 94"/>
        <p:cNvGrpSpPr/>
        <p:nvPr/>
      </p:nvGrpSpPr>
      <p:grpSpPr>
        <a:xfrm>
          <a:off x="0" y="0"/>
          <a:ext cx="0" cy="0"/>
          <a:chOff x="0" y="0"/>
          <a:chExt cx="0" cy="0"/>
        </a:xfrm>
      </p:grpSpPr>
      <p:sp>
        <p:nvSpPr>
          <p:cNvPr id="95" name="Google Shape;95;p20"/>
          <p:cNvSpPr txBox="1"/>
          <p:nvPr>
            <p:ph type="title"/>
          </p:nvPr>
        </p:nvSpPr>
        <p:spPr>
          <a:xfrm>
            <a:off x="677335" y="2700867"/>
            <a:ext cx="8596668" cy="1826581"/>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4000"/>
              <a:buFont typeface="Trebuchet MS"/>
              <a:buNone/>
              <a:defRPr b="0"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20"/>
          <p:cNvSpPr txBox="1"/>
          <p:nvPr>
            <p:ph idx="1" type="body"/>
          </p:nvPr>
        </p:nvSpPr>
        <p:spPr>
          <a:xfrm>
            <a:off x="677335" y="4527448"/>
            <a:ext cx="8596668" cy="860400"/>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600"/>
              <a:buNone/>
              <a:defRPr sz="2000">
                <a:solidFill>
                  <a:srgbClr val="7F7F7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97" name="Google Shape;97;p20"/>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20"/>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20"/>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00" name="Shape 100"/>
        <p:cNvGrpSpPr/>
        <p:nvPr/>
      </p:nvGrpSpPr>
      <p:grpSpPr>
        <a:xfrm>
          <a:off x="0" y="0"/>
          <a:ext cx="0" cy="0"/>
          <a:chOff x="0" y="0"/>
          <a:chExt cx="0" cy="0"/>
        </a:xfrm>
      </p:grpSpPr>
      <p:sp>
        <p:nvSpPr>
          <p:cNvPr id="101" name="Google Shape;101;p21"/>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21"/>
          <p:cNvSpPr txBox="1"/>
          <p:nvPr>
            <p:ph idx="1" type="body"/>
          </p:nvPr>
        </p:nvSpPr>
        <p:spPr>
          <a:xfrm>
            <a:off x="677334" y="2160589"/>
            <a:ext cx="4184035" cy="3880772"/>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03" name="Google Shape;103;p21"/>
          <p:cNvSpPr txBox="1"/>
          <p:nvPr>
            <p:ph idx="2" type="body"/>
          </p:nvPr>
        </p:nvSpPr>
        <p:spPr>
          <a:xfrm>
            <a:off x="5089970" y="2160589"/>
            <a:ext cx="4184034" cy="3880773"/>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04" name="Google Shape;104;p21"/>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p21"/>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p21"/>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07" name="Shape 107"/>
        <p:cNvGrpSpPr/>
        <p:nvPr/>
      </p:nvGrpSpPr>
      <p:grpSpPr>
        <a:xfrm>
          <a:off x="0" y="0"/>
          <a:ext cx="0" cy="0"/>
          <a:chOff x="0" y="0"/>
          <a:chExt cx="0" cy="0"/>
        </a:xfrm>
      </p:grpSpPr>
      <p:sp>
        <p:nvSpPr>
          <p:cNvPr id="108" name="Google Shape;108;p22"/>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3600"/>
              <a:buFont typeface="Trebuchet MS"/>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22"/>
          <p:cNvSpPr txBox="1"/>
          <p:nvPr>
            <p:ph idx="1" type="body"/>
          </p:nvPr>
        </p:nvSpPr>
        <p:spPr>
          <a:xfrm>
            <a:off x="675745" y="2160983"/>
            <a:ext cx="4185623"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110" name="Google Shape;110;p22"/>
          <p:cNvSpPr txBox="1"/>
          <p:nvPr>
            <p:ph idx="2" type="body"/>
          </p:nvPr>
        </p:nvSpPr>
        <p:spPr>
          <a:xfrm>
            <a:off x="675745" y="2737245"/>
            <a:ext cx="4185623" cy="3304117"/>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11" name="Google Shape;111;p22"/>
          <p:cNvSpPr txBox="1"/>
          <p:nvPr>
            <p:ph idx="3" type="body"/>
          </p:nvPr>
        </p:nvSpPr>
        <p:spPr>
          <a:xfrm>
            <a:off x="5088383" y="2160983"/>
            <a:ext cx="4185618"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112" name="Google Shape;112;p22"/>
          <p:cNvSpPr txBox="1"/>
          <p:nvPr>
            <p:ph idx="4" type="body"/>
          </p:nvPr>
        </p:nvSpPr>
        <p:spPr>
          <a:xfrm>
            <a:off x="5088384" y="2737245"/>
            <a:ext cx="4185617" cy="3304117"/>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13" name="Google Shape;113;p22"/>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4" name="Google Shape;114;p22"/>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5" name="Google Shape;115;p22"/>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6" name="Shape 116"/>
        <p:cNvGrpSpPr/>
        <p:nvPr/>
      </p:nvGrpSpPr>
      <p:grpSpPr>
        <a:xfrm>
          <a:off x="0" y="0"/>
          <a:ext cx="0" cy="0"/>
          <a:chOff x="0" y="0"/>
          <a:chExt cx="0" cy="0"/>
        </a:xfrm>
      </p:grpSpPr>
      <p:sp>
        <p:nvSpPr>
          <p:cNvPr id="117" name="Google Shape;117;p23"/>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8" name="Google Shape;118;p23"/>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9" name="Google Shape;119;p23"/>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0" name="Google Shape;120;p23"/>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1" name="Shape 121"/>
        <p:cNvGrpSpPr/>
        <p:nvPr/>
      </p:nvGrpSpPr>
      <p:grpSpPr>
        <a:xfrm>
          <a:off x="0" y="0"/>
          <a:ext cx="0" cy="0"/>
          <a:chOff x="0" y="0"/>
          <a:chExt cx="0" cy="0"/>
        </a:xfrm>
      </p:grpSpPr>
      <p:sp>
        <p:nvSpPr>
          <p:cNvPr id="122" name="Google Shape;122;p24"/>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3" name="Google Shape;123;p24"/>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4" name="Google Shape;124;p24"/>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25" name="Shape 125"/>
        <p:cNvGrpSpPr/>
        <p:nvPr/>
      </p:nvGrpSpPr>
      <p:grpSpPr>
        <a:xfrm>
          <a:off x="0" y="0"/>
          <a:ext cx="0" cy="0"/>
          <a:chOff x="0" y="0"/>
          <a:chExt cx="0" cy="0"/>
        </a:xfrm>
      </p:grpSpPr>
      <p:sp>
        <p:nvSpPr>
          <p:cNvPr id="126" name="Google Shape;126;p25"/>
          <p:cNvSpPr txBox="1"/>
          <p:nvPr>
            <p:ph type="title"/>
          </p:nvPr>
        </p:nvSpPr>
        <p:spPr>
          <a:xfrm>
            <a:off x="677334" y="1498604"/>
            <a:ext cx="3854528" cy="1278466"/>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2000"/>
              <a:buFont typeface="Trebuchet MS"/>
              <a:buNone/>
              <a:defRPr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7" name="Google Shape;127;p25"/>
          <p:cNvSpPr txBox="1"/>
          <p:nvPr>
            <p:ph idx="1" type="body"/>
          </p:nvPr>
        </p:nvSpPr>
        <p:spPr>
          <a:xfrm>
            <a:off x="4760461" y="514924"/>
            <a:ext cx="4513541" cy="5526437"/>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28" name="Google Shape;128;p25"/>
          <p:cNvSpPr txBox="1"/>
          <p:nvPr>
            <p:ph idx="2" type="body"/>
          </p:nvPr>
        </p:nvSpPr>
        <p:spPr>
          <a:xfrm>
            <a:off x="677334" y="2777069"/>
            <a:ext cx="3854528" cy="2584449"/>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1120"/>
              <a:buNone/>
              <a:defRPr sz="1400"/>
            </a:lvl2pPr>
            <a:lvl3pPr indent="-228600" lvl="2" marL="1371600" algn="l">
              <a:spcBef>
                <a:spcPts val="1000"/>
              </a:spcBef>
              <a:spcAft>
                <a:spcPts val="0"/>
              </a:spcAft>
              <a:buSzPts val="960"/>
              <a:buNone/>
              <a:defRPr sz="1200"/>
            </a:lvl3pPr>
            <a:lvl4pPr indent="-228600" lvl="3" marL="1828800" algn="l">
              <a:spcBef>
                <a:spcPts val="1000"/>
              </a:spcBef>
              <a:spcAft>
                <a:spcPts val="0"/>
              </a:spcAft>
              <a:buSzPts val="800"/>
              <a:buNone/>
              <a:defRPr sz="1000"/>
            </a:lvl4pPr>
            <a:lvl5pPr indent="-228600" lvl="4" marL="2286000" algn="l">
              <a:spcBef>
                <a:spcPts val="1000"/>
              </a:spcBef>
              <a:spcAft>
                <a:spcPts val="0"/>
              </a:spcAft>
              <a:buSzPts val="800"/>
              <a:buNone/>
              <a:defRPr sz="1000"/>
            </a:lvl5pPr>
            <a:lvl6pPr indent="-228600" lvl="5" marL="2743200" algn="l">
              <a:spcBef>
                <a:spcPts val="1000"/>
              </a:spcBef>
              <a:spcAft>
                <a:spcPts val="0"/>
              </a:spcAft>
              <a:buSzPts val="800"/>
              <a:buNone/>
              <a:defRPr sz="1000"/>
            </a:lvl6pPr>
            <a:lvl7pPr indent="-228600" lvl="6" marL="3200400" algn="l">
              <a:spcBef>
                <a:spcPts val="1000"/>
              </a:spcBef>
              <a:spcAft>
                <a:spcPts val="0"/>
              </a:spcAft>
              <a:buSzPts val="800"/>
              <a:buNone/>
              <a:defRPr sz="1000"/>
            </a:lvl7pPr>
            <a:lvl8pPr indent="-228600" lvl="7" marL="3657600" algn="l">
              <a:spcBef>
                <a:spcPts val="1000"/>
              </a:spcBef>
              <a:spcAft>
                <a:spcPts val="0"/>
              </a:spcAft>
              <a:buSzPts val="800"/>
              <a:buNone/>
              <a:defRPr sz="1000"/>
            </a:lvl8pPr>
            <a:lvl9pPr indent="-228600" lvl="8" marL="4114800" algn="l">
              <a:spcBef>
                <a:spcPts val="1000"/>
              </a:spcBef>
              <a:spcAft>
                <a:spcPts val="0"/>
              </a:spcAft>
              <a:buSzPts val="800"/>
              <a:buNone/>
              <a:defRPr sz="1000"/>
            </a:lvl9pPr>
          </a:lstStyle>
          <a:p/>
        </p:txBody>
      </p:sp>
      <p:sp>
        <p:nvSpPr>
          <p:cNvPr id="129" name="Google Shape;129;p25"/>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0" name="Google Shape;130;p25"/>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1" name="Google Shape;131;p25"/>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32" name="Shape 132"/>
        <p:cNvGrpSpPr/>
        <p:nvPr/>
      </p:nvGrpSpPr>
      <p:grpSpPr>
        <a:xfrm>
          <a:off x="0" y="0"/>
          <a:ext cx="0" cy="0"/>
          <a:chOff x="0" y="0"/>
          <a:chExt cx="0" cy="0"/>
        </a:xfrm>
      </p:grpSpPr>
      <p:sp>
        <p:nvSpPr>
          <p:cNvPr id="133" name="Google Shape;133;p26"/>
          <p:cNvSpPr txBox="1"/>
          <p:nvPr>
            <p:ph type="title"/>
          </p:nvPr>
        </p:nvSpPr>
        <p:spPr>
          <a:xfrm>
            <a:off x="677334" y="4800600"/>
            <a:ext cx="8596667"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2400"/>
              <a:buFont typeface="Trebuchet MS"/>
              <a:buNone/>
              <a:defRPr b="0"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4" name="Google Shape;134;p26"/>
          <p:cNvSpPr/>
          <p:nvPr>
            <p:ph idx="2" type="pic"/>
          </p:nvPr>
        </p:nvSpPr>
        <p:spPr>
          <a:xfrm>
            <a:off x="677334" y="609600"/>
            <a:ext cx="8596668" cy="3845718"/>
          </a:xfrm>
          <a:prstGeom prst="rect">
            <a:avLst/>
          </a:prstGeom>
          <a:noFill/>
          <a:ln>
            <a:noFill/>
          </a:ln>
        </p:spPr>
      </p:sp>
      <p:sp>
        <p:nvSpPr>
          <p:cNvPr id="135" name="Google Shape;135;p26"/>
          <p:cNvSpPr txBox="1"/>
          <p:nvPr>
            <p:ph idx="1" type="body"/>
          </p:nvPr>
        </p:nvSpPr>
        <p:spPr>
          <a:xfrm>
            <a:off x="677334" y="5367338"/>
            <a:ext cx="8596667" cy="674024"/>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960"/>
              <a:buNone/>
              <a:defRPr sz="12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136" name="Google Shape;136;p26"/>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7" name="Google Shape;137;p26"/>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38" name="Google Shape;138;p26"/>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139" name="Shape 139"/>
        <p:cNvGrpSpPr/>
        <p:nvPr/>
      </p:nvGrpSpPr>
      <p:grpSpPr>
        <a:xfrm>
          <a:off x="0" y="0"/>
          <a:ext cx="0" cy="0"/>
          <a:chOff x="0" y="0"/>
          <a:chExt cx="0" cy="0"/>
        </a:xfrm>
      </p:grpSpPr>
      <p:sp>
        <p:nvSpPr>
          <p:cNvPr id="140" name="Google Shape;140;p27"/>
          <p:cNvSpPr txBox="1"/>
          <p:nvPr>
            <p:ph type="title"/>
          </p:nvPr>
        </p:nvSpPr>
        <p:spPr>
          <a:xfrm>
            <a:off x="677335" y="609600"/>
            <a:ext cx="8596668" cy="3403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1" name="Google Shape;141;p27"/>
          <p:cNvSpPr txBox="1"/>
          <p:nvPr>
            <p:ph idx="1" type="body"/>
          </p:nvPr>
        </p:nvSpPr>
        <p:spPr>
          <a:xfrm>
            <a:off x="677335" y="4470400"/>
            <a:ext cx="8596668" cy="1570962"/>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440"/>
              <a:buNone/>
              <a:defRPr sz="1800">
                <a:solidFill>
                  <a:srgbClr val="3F3F3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42" name="Google Shape;142;p27"/>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3" name="Google Shape;143;p27"/>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4" name="Google Shape;144;p27"/>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145" name="Shape 145"/>
        <p:cNvGrpSpPr/>
        <p:nvPr/>
      </p:nvGrpSpPr>
      <p:grpSpPr>
        <a:xfrm>
          <a:off x="0" y="0"/>
          <a:ext cx="0" cy="0"/>
          <a:chOff x="0" y="0"/>
          <a:chExt cx="0" cy="0"/>
        </a:xfrm>
      </p:grpSpPr>
      <p:sp>
        <p:nvSpPr>
          <p:cNvPr id="146" name="Google Shape;146;p28"/>
          <p:cNvSpPr txBox="1"/>
          <p:nvPr>
            <p:ph type="title"/>
          </p:nvPr>
        </p:nvSpPr>
        <p:spPr>
          <a:xfrm>
            <a:off x="931334" y="609600"/>
            <a:ext cx="8094134" cy="3022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7" name="Google Shape;147;p28"/>
          <p:cNvSpPr txBox="1"/>
          <p:nvPr>
            <p:ph idx="1" type="body"/>
          </p:nvPr>
        </p:nvSpPr>
        <p:spPr>
          <a:xfrm>
            <a:off x="1366139" y="3632200"/>
            <a:ext cx="7224524" cy="381000"/>
          </a:xfrm>
          <a:prstGeom prst="rect">
            <a:avLst/>
          </a:prstGeom>
          <a:noFill/>
          <a:ln>
            <a:noFill/>
          </a:ln>
        </p:spPr>
        <p:txBody>
          <a:bodyPr anchorCtr="0" anchor="ctr" bIns="45700" lIns="91425" spcFirstLastPara="1" rIns="91425" wrap="square" tIns="45700">
            <a:noAutofit/>
          </a:bodyPr>
          <a:lstStyle>
            <a:lvl1pPr indent="-228600" lvl="0" marL="457200" algn="l">
              <a:spcBef>
                <a:spcPts val="1000"/>
              </a:spcBef>
              <a:spcAft>
                <a:spcPts val="0"/>
              </a:spcAft>
              <a:buSzPts val="1280"/>
              <a:buFont typeface="Trebuchet MS"/>
              <a:buNone/>
              <a:defRPr sz="1600">
                <a:solidFill>
                  <a:srgbClr val="7F7F7F"/>
                </a:solidFill>
              </a:defRPr>
            </a:lvl1pPr>
            <a:lvl2pPr indent="-228600" lvl="1" marL="914400" algn="l">
              <a:spcBef>
                <a:spcPts val="1000"/>
              </a:spcBef>
              <a:spcAft>
                <a:spcPts val="0"/>
              </a:spcAft>
              <a:buSzPts val="1280"/>
              <a:buFont typeface="Trebuchet MS"/>
              <a:buNone/>
              <a:defRPr/>
            </a:lvl2pPr>
            <a:lvl3pPr indent="-228600" lvl="2" marL="1371600" algn="l">
              <a:spcBef>
                <a:spcPts val="1000"/>
              </a:spcBef>
              <a:spcAft>
                <a:spcPts val="0"/>
              </a:spcAft>
              <a:buSzPts val="1120"/>
              <a:buFont typeface="Trebuchet MS"/>
              <a:buNone/>
              <a:defRPr/>
            </a:lvl3pPr>
            <a:lvl4pPr indent="-228600" lvl="3" marL="1828800" algn="l">
              <a:spcBef>
                <a:spcPts val="1000"/>
              </a:spcBef>
              <a:spcAft>
                <a:spcPts val="0"/>
              </a:spcAft>
              <a:buSzPts val="960"/>
              <a:buFont typeface="Trebuchet MS"/>
              <a:buNone/>
              <a:defRPr/>
            </a:lvl4pPr>
            <a:lvl5pPr indent="-228600" lvl="4" marL="2286000" algn="l">
              <a:spcBef>
                <a:spcPts val="1000"/>
              </a:spcBef>
              <a:spcAft>
                <a:spcPts val="0"/>
              </a:spcAft>
              <a:buSzPts val="960"/>
              <a:buFont typeface="Trebuchet MS"/>
              <a:buNone/>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48" name="Google Shape;148;p28"/>
          <p:cNvSpPr txBox="1"/>
          <p:nvPr>
            <p:ph idx="2" type="body"/>
          </p:nvPr>
        </p:nvSpPr>
        <p:spPr>
          <a:xfrm>
            <a:off x="677335" y="4470400"/>
            <a:ext cx="8596668" cy="1570962"/>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440"/>
              <a:buNone/>
              <a:defRPr sz="1800">
                <a:solidFill>
                  <a:srgbClr val="3F3F3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49" name="Google Shape;149;p28"/>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0" name="Google Shape;150;p28"/>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1" name="Google Shape;151;p28"/>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52" name="Google Shape;152;p28"/>
          <p:cNvSpPr txBox="1"/>
          <p:nvPr/>
        </p:nvSpPr>
        <p:spPr>
          <a:xfrm>
            <a:off x="541870" y="790378"/>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8000" u="none" cap="none" strike="noStrike">
                <a:solidFill>
                  <a:srgbClr val="9EDFF5"/>
                </a:solidFill>
                <a:latin typeface="Arial"/>
                <a:ea typeface="Arial"/>
                <a:cs typeface="Arial"/>
                <a:sym typeface="Arial"/>
              </a:rPr>
              <a:t>“</a:t>
            </a:r>
            <a:endParaRPr/>
          </a:p>
        </p:txBody>
      </p:sp>
      <p:sp>
        <p:nvSpPr>
          <p:cNvPr id="153" name="Google Shape;153;p28"/>
          <p:cNvSpPr txBox="1"/>
          <p:nvPr/>
        </p:nvSpPr>
        <p:spPr>
          <a:xfrm>
            <a:off x="8893011" y="2886556"/>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8000" u="none" cap="none" strike="noStrike">
                <a:solidFill>
                  <a:srgbClr val="9EDFF5"/>
                </a:solidFill>
                <a:latin typeface="Arial"/>
                <a:ea typeface="Arial"/>
                <a:cs typeface="Arial"/>
                <a:sym typeface="Arial"/>
              </a:rPr>
              <a:t>”</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154" name="Shape 154"/>
        <p:cNvGrpSpPr/>
        <p:nvPr/>
      </p:nvGrpSpPr>
      <p:grpSpPr>
        <a:xfrm>
          <a:off x="0" y="0"/>
          <a:ext cx="0" cy="0"/>
          <a:chOff x="0" y="0"/>
          <a:chExt cx="0" cy="0"/>
        </a:xfrm>
      </p:grpSpPr>
      <p:sp>
        <p:nvSpPr>
          <p:cNvPr id="155" name="Google Shape;155;p29"/>
          <p:cNvSpPr txBox="1"/>
          <p:nvPr>
            <p:ph type="title"/>
          </p:nvPr>
        </p:nvSpPr>
        <p:spPr>
          <a:xfrm>
            <a:off x="677335" y="1931988"/>
            <a:ext cx="8596668" cy="259546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6" name="Google Shape;156;p29"/>
          <p:cNvSpPr txBox="1"/>
          <p:nvPr>
            <p:ph idx="1" type="body"/>
          </p:nvPr>
        </p:nvSpPr>
        <p:spPr>
          <a:xfrm>
            <a:off x="677335" y="4527448"/>
            <a:ext cx="8596668" cy="1513914"/>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440"/>
              <a:buNone/>
              <a:defRPr sz="1800">
                <a:solidFill>
                  <a:srgbClr val="3F3F3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57" name="Google Shape;157;p29"/>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8" name="Google Shape;158;p29"/>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9" name="Google Shape;159;p29"/>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Name Card">
  <p:cSld name="Quote Name Card">
    <p:spTree>
      <p:nvGrpSpPr>
        <p:cNvPr id="160" name="Shape 160"/>
        <p:cNvGrpSpPr/>
        <p:nvPr/>
      </p:nvGrpSpPr>
      <p:grpSpPr>
        <a:xfrm>
          <a:off x="0" y="0"/>
          <a:ext cx="0" cy="0"/>
          <a:chOff x="0" y="0"/>
          <a:chExt cx="0" cy="0"/>
        </a:xfrm>
      </p:grpSpPr>
      <p:sp>
        <p:nvSpPr>
          <p:cNvPr id="161" name="Google Shape;161;p30"/>
          <p:cNvSpPr txBox="1"/>
          <p:nvPr>
            <p:ph type="title"/>
          </p:nvPr>
        </p:nvSpPr>
        <p:spPr>
          <a:xfrm>
            <a:off x="931334" y="609600"/>
            <a:ext cx="8094134" cy="3022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2" name="Google Shape;162;p30"/>
          <p:cNvSpPr txBox="1"/>
          <p:nvPr>
            <p:ph idx="1" type="body"/>
          </p:nvPr>
        </p:nvSpPr>
        <p:spPr>
          <a:xfrm>
            <a:off x="677332" y="4013200"/>
            <a:ext cx="8596669" cy="514248"/>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Font typeface="Trebuchet MS"/>
              <a:buNone/>
              <a:defRPr sz="2400">
                <a:solidFill>
                  <a:srgbClr val="3F3F3F"/>
                </a:solidFill>
              </a:defRPr>
            </a:lvl1pPr>
            <a:lvl2pPr indent="-228600" lvl="1" marL="914400" algn="l">
              <a:spcBef>
                <a:spcPts val="1000"/>
              </a:spcBef>
              <a:spcAft>
                <a:spcPts val="0"/>
              </a:spcAft>
              <a:buSzPts val="1280"/>
              <a:buFont typeface="Trebuchet MS"/>
              <a:buNone/>
              <a:defRPr/>
            </a:lvl2pPr>
            <a:lvl3pPr indent="-228600" lvl="2" marL="1371600" algn="l">
              <a:spcBef>
                <a:spcPts val="1000"/>
              </a:spcBef>
              <a:spcAft>
                <a:spcPts val="0"/>
              </a:spcAft>
              <a:buSzPts val="1120"/>
              <a:buFont typeface="Trebuchet MS"/>
              <a:buNone/>
              <a:defRPr/>
            </a:lvl3pPr>
            <a:lvl4pPr indent="-228600" lvl="3" marL="1828800" algn="l">
              <a:spcBef>
                <a:spcPts val="1000"/>
              </a:spcBef>
              <a:spcAft>
                <a:spcPts val="0"/>
              </a:spcAft>
              <a:buSzPts val="960"/>
              <a:buFont typeface="Trebuchet MS"/>
              <a:buNone/>
              <a:defRPr/>
            </a:lvl4pPr>
            <a:lvl5pPr indent="-228600" lvl="4" marL="2286000" algn="l">
              <a:spcBef>
                <a:spcPts val="1000"/>
              </a:spcBef>
              <a:spcAft>
                <a:spcPts val="0"/>
              </a:spcAft>
              <a:buSzPts val="960"/>
              <a:buFont typeface="Trebuchet MS"/>
              <a:buNone/>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63" name="Google Shape;163;p30"/>
          <p:cNvSpPr txBox="1"/>
          <p:nvPr>
            <p:ph idx="2" type="body"/>
          </p:nvPr>
        </p:nvSpPr>
        <p:spPr>
          <a:xfrm>
            <a:off x="677335" y="4527448"/>
            <a:ext cx="8596668" cy="1513914"/>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440"/>
              <a:buNone/>
              <a:defRPr sz="1800">
                <a:solidFill>
                  <a:srgbClr val="7F7F7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64" name="Google Shape;164;p30"/>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5" name="Google Shape;165;p30"/>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6" name="Google Shape;166;p30"/>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67" name="Google Shape;167;p30"/>
          <p:cNvSpPr txBox="1"/>
          <p:nvPr/>
        </p:nvSpPr>
        <p:spPr>
          <a:xfrm>
            <a:off x="541870" y="790378"/>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8000" u="none" cap="none" strike="noStrike">
                <a:solidFill>
                  <a:srgbClr val="9EDFF5"/>
                </a:solidFill>
                <a:latin typeface="Arial"/>
                <a:ea typeface="Arial"/>
                <a:cs typeface="Arial"/>
                <a:sym typeface="Arial"/>
              </a:rPr>
              <a:t>“</a:t>
            </a:r>
            <a:endParaRPr/>
          </a:p>
        </p:txBody>
      </p:sp>
      <p:sp>
        <p:nvSpPr>
          <p:cNvPr id="168" name="Google Shape;168;p30"/>
          <p:cNvSpPr txBox="1"/>
          <p:nvPr/>
        </p:nvSpPr>
        <p:spPr>
          <a:xfrm>
            <a:off x="8893011" y="2886556"/>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8000" u="none" cap="none" strike="noStrike">
                <a:solidFill>
                  <a:srgbClr val="9EDFF5"/>
                </a:solidFill>
                <a:latin typeface="Arial"/>
                <a:ea typeface="Arial"/>
                <a:cs typeface="Arial"/>
                <a:sym typeface="Arial"/>
              </a:rPr>
              <a:t>”</a:t>
            </a: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ue or False">
  <p:cSld name="True or False">
    <p:spTree>
      <p:nvGrpSpPr>
        <p:cNvPr id="169" name="Shape 169"/>
        <p:cNvGrpSpPr/>
        <p:nvPr/>
      </p:nvGrpSpPr>
      <p:grpSpPr>
        <a:xfrm>
          <a:off x="0" y="0"/>
          <a:ext cx="0" cy="0"/>
          <a:chOff x="0" y="0"/>
          <a:chExt cx="0" cy="0"/>
        </a:xfrm>
      </p:grpSpPr>
      <p:sp>
        <p:nvSpPr>
          <p:cNvPr id="170" name="Google Shape;170;p31"/>
          <p:cNvSpPr txBox="1"/>
          <p:nvPr>
            <p:ph type="title"/>
          </p:nvPr>
        </p:nvSpPr>
        <p:spPr>
          <a:xfrm>
            <a:off x="685799" y="609600"/>
            <a:ext cx="8588203" cy="3022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1" name="Google Shape;171;p31"/>
          <p:cNvSpPr txBox="1"/>
          <p:nvPr>
            <p:ph idx="1" type="body"/>
          </p:nvPr>
        </p:nvSpPr>
        <p:spPr>
          <a:xfrm>
            <a:off x="677332" y="4013200"/>
            <a:ext cx="8596669" cy="514248"/>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Font typeface="Trebuchet MS"/>
              <a:buNone/>
              <a:defRPr sz="2400">
                <a:solidFill>
                  <a:schemeClr val="accent1"/>
                </a:solidFill>
              </a:defRPr>
            </a:lvl1pPr>
            <a:lvl2pPr indent="-228600" lvl="1" marL="914400" algn="l">
              <a:spcBef>
                <a:spcPts val="1000"/>
              </a:spcBef>
              <a:spcAft>
                <a:spcPts val="0"/>
              </a:spcAft>
              <a:buSzPts val="1280"/>
              <a:buFont typeface="Trebuchet MS"/>
              <a:buNone/>
              <a:defRPr/>
            </a:lvl2pPr>
            <a:lvl3pPr indent="-228600" lvl="2" marL="1371600" algn="l">
              <a:spcBef>
                <a:spcPts val="1000"/>
              </a:spcBef>
              <a:spcAft>
                <a:spcPts val="0"/>
              </a:spcAft>
              <a:buSzPts val="1120"/>
              <a:buFont typeface="Trebuchet MS"/>
              <a:buNone/>
              <a:defRPr/>
            </a:lvl3pPr>
            <a:lvl4pPr indent="-228600" lvl="3" marL="1828800" algn="l">
              <a:spcBef>
                <a:spcPts val="1000"/>
              </a:spcBef>
              <a:spcAft>
                <a:spcPts val="0"/>
              </a:spcAft>
              <a:buSzPts val="960"/>
              <a:buFont typeface="Trebuchet MS"/>
              <a:buNone/>
              <a:defRPr/>
            </a:lvl4pPr>
            <a:lvl5pPr indent="-228600" lvl="4" marL="2286000" algn="l">
              <a:spcBef>
                <a:spcPts val="1000"/>
              </a:spcBef>
              <a:spcAft>
                <a:spcPts val="0"/>
              </a:spcAft>
              <a:buSzPts val="960"/>
              <a:buFont typeface="Trebuchet MS"/>
              <a:buNone/>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72" name="Google Shape;172;p31"/>
          <p:cNvSpPr txBox="1"/>
          <p:nvPr>
            <p:ph idx="2" type="body"/>
          </p:nvPr>
        </p:nvSpPr>
        <p:spPr>
          <a:xfrm>
            <a:off x="677335" y="4527448"/>
            <a:ext cx="8596668" cy="1513914"/>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440"/>
              <a:buNone/>
              <a:defRPr sz="1800">
                <a:solidFill>
                  <a:srgbClr val="7F7F7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73" name="Google Shape;173;p31"/>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4" name="Google Shape;174;p31"/>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5" name="Google Shape;175;p31"/>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76" name="Shape 176"/>
        <p:cNvGrpSpPr/>
        <p:nvPr/>
      </p:nvGrpSpPr>
      <p:grpSpPr>
        <a:xfrm>
          <a:off x="0" y="0"/>
          <a:ext cx="0" cy="0"/>
          <a:chOff x="0" y="0"/>
          <a:chExt cx="0" cy="0"/>
        </a:xfrm>
      </p:grpSpPr>
      <p:sp>
        <p:nvSpPr>
          <p:cNvPr id="177" name="Google Shape;177;p32"/>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8" name="Google Shape;178;p32"/>
          <p:cNvSpPr txBox="1"/>
          <p:nvPr>
            <p:ph idx="1" type="body"/>
          </p:nvPr>
        </p:nvSpPr>
        <p:spPr>
          <a:xfrm rot="5400000">
            <a:off x="3035281" y="-197358"/>
            <a:ext cx="3880773" cy="8596668"/>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79" name="Google Shape;179;p32"/>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0" name="Google Shape;180;p32"/>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1" name="Google Shape;181;p32"/>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82" name="Shape 182"/>
        <p:cNvGrpSpPr/>
        <p:nvPr/>
      </p:nvGrpSpPr>
      <p:grpSpPr>
        <a:xfrm>
          <a:off x="0" y="0"/>
          <a:ext cx="0" cy="0"/>
          <a:chOff x="0" y="0"/>
          <a:chExt cx="0" cy="0"/>
        </a:xfrm>
      </p:grpSpPr>
      <p:sp>
        <p:nvSpPr>
          <p:cNvPr id="183" name="Google Shape;183;p33"/>
          <p:cNvSpPr txBox="1"/>
          <p:nvPr>
            <p:ph type="title"/>
          </p:nvPr>
        </p:nvSpPr>
        <p:spPr>
          <a:xfrm rot="5400000">
            <a:off x="5994319" y="2582953"/>
            <a:ext cx="5251451" cy="1304743"/>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4" name="Google Shape;184;p33"/>
          <p:cNvSpPr txBox="1"/>
          <p:nvPr>
            <p:ph idx="1" type="body"/>
          </p:nvPr>
        </p:nvSpPr>
        <p:spPr>
          <a:xfrm rot="5400000">
            <a:off x="1581685" y="-294750"/>
            <a:ext cx="5251450" cy="7060150"/>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85" name="Google Shape;185;p33"/>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6" name="Google Shape;186;p33"/>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7" name="Google Shape;187;p33"/>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ustom Layout" showMasterSp="0">
  <p:cSld name="1_Custom Layout">
    <p:bg>
      <p:bgPr>
        <a:solidFill>
          <a:schemeClr val="dk1"/>
        </a:solidFill>
      </p:bgPr>
    </p:bg>
    <p:spTree>
      <p:nvGrpSpPr>
        <p:cNvPr id="188" name="Shape 188"/>
        <p:cNvGrpSpPr/>
        <p:nvPr/>
      </p:nvGrpSpPr>
      <p:grpSpPr>
        <a:xfrm>
          <a:off x="0" y="0"/>
          <a:ext cx="0" cy="0"/>
          <a:chOff x="0" y="0"/>
          <a:chExt cx="0" cy="0"/>
        </a:xfrm>
      </p:grpSpPr>
      <p:sp>
        <p:nvSpPr>
          <p:cNvPr id="189" name="Google Shape;189;p34"/>
          <p:cNvSpPr/>
          <p:nvPr>
            <p:ph idx="2" type="pic"/>
          </p:nvPr>
        </p:nvSpPr>
        <p:spPr>
          <a:xfrm>
            <a:off x="0" y="0"/>
            <a:ext cx="12192000" cy="6858000"/>
          </a:xfrm>
          <a:prstGeom prst="rect">
            <a:avLst/>
          </a:prstGeom>
          <a:noFill/>
          <a:ln>
            <a:noFill/>
          </a:ln>
        </p:spPr>
      </p:sp>
      <p:sp>
        <p:nvSpPr>
          <p:cNvPr descr="Tall office building looking up" id="190" name="Google Shape;190;p34"/>
          <p:cNvSpPr/>
          <p:nvPr/>
        </p:nvSpPr>
        <p:spPr>
          <a:xfrm>
            <a:off x="3718560" y="1181123"/>
            <a:ext cx="4754880" cy="4495754"/>
          </a:xfrm>
          <a:prstGeom prst="rect">
            <a:avLst/>
          </a:prstGeom>
          <a:solidFill>
            <a:schemeClr val="accent5">
              <a:alpha val="40000"/>
            </a:schemeClr>
          </a:solidFill>
          <a:ln cap="flat" cmpd="sng" w="603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rebuchet MS"/>
              <a:ea typeface="Trebuchet MS"/>
              <a:cs typeface="Trebuchet MS"/>
              <a:sym typeface="Trebuchet MS"/>
            </a:endParaRPr>
          </a:p>
        </p:txBody>
      </p:sp>
      <p:sp>
        <p:nvSpPr>
          <p:cNvPr id="191" name="Google Shape;191;p34"/>
          <p:cNvSpPr txBox="1"/>
          <p:nvPr>
            <p:ph idx="1" type="body"/>
          </p:nvPr>
        </p:nvSpPr>
        <p:spPr>
          <a:xfrm>
            <a:off x="4149139" y="4859469"/>
            <a:ext cx="3924934" cy="490538"/>
          </a:xfrm>
          <a:prstGeom prst="rect">
            <a:avLst/>
          </a:prstGeom>
          <a:noFill/>
          <a:ln>
            <a:noFill/>
          </a:ln>
        </p:spPr>
        <p:txBody>
          <a:bodyPr anchorCtr="0" anchor="t" bIns="45700" lIns="91425" spcFirstLastPara="1" rIns="91425" wrap="square" tIns="45700">
            <a:normAutofit/>
          </a:bodyPr>
          <a:lstStyle>
            <a:lvl1pPr indent="-228600" lvl="0" marL="457200" algn="r">
              <a:spcBef>
                <a:spcPts val="1000"/>
              </a:spcBef>
              <a:spcAft>
                <a:spcPts val="0"/>
              </a:spcAft>
              <a:buSzPts val="1920"/>
              <a:buNone/>
              <a:defRPr b="1" sz="2400">
                <a:solidFill>
                  <a:schemeClr val="accent4"/>
                </a:solidFill>
                <a:latin typeface="Calibri"/>
                <a:ea typeface="Calibri"/>
                <a:cs typeface="Calibri"/>
                <a:sym typeface="Calibri"/>
              </a:defRPr>
            </a:lvl1pPr>
            <a:lvl2pPr indent="-228600" lvl="1" marL="914400" algn="l">
              <a:spcBef>
                <a:spcPts val="1000"/>
              </a:spcBef>
              <a:spcAft>
                <a:spcPts val="0"/>
              </a:spcAft>
              <a:buSzPts val="1280"/>
              <a:buNone/>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92" name="Google Shape;192;p34"/>
          <p:cNvSpPr txBox="1"/>
          <p:nvPr>
            <p:ph type="title"/>
          </p:nvPr>
        </p:nvSpPr>
        <p:spPr>
          <a:xfrm>
            <a:off x="4149139" y="1529685"/>
            <a:ext cx="3924934" cy="1695637"/>
          </a:xfrm>
          <a:prstGeom prst="rect">
            <a:avLst/>
          </a:prstGeom>
          <a:noFill/>
          <a:ln>
            <a:noFill/>
          </a:ln>
        </p:spPr>
        <p:txBody>
          <a:bodyPr anchorCtr="0" anchor="t" bIns="45700" lIns="91425" spcFirstLastPara="1" rIns="91425" wrap="square" tIns="45700">
            <a:normAutofit/>
          </a:bodyPr>
          <a:lstStyle>
            <a:lvl1pPr lvl="0" algn="l">
              <a:spcBef>
                <a:spcPts val="1000"/>
              </a:spcBef>
              <a:spcAft>
                <a:spcPts val="0"/>
              </a:spcAft>
              <a:buClr>
                <a:schemeClr val="lt1"/>
              </a:buClr>
              <a:buSzPts val="4800"/>
              <a:buFont typeface="Trebuchet MS"/>
              <a:buNone/>
              <a:defRPr b="1" sz="480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theme" Target="../theme/theme1.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grpSp>
        <p:nvGrpSpPr>
          <p:cNvPr id="10" name="Google Shape;10;p13"/>
          <p:cNvGrpSpPr/>
          <p:nvPr/>
        </p:nvGrpSpPr>
        <p:grpSpPr>
          <a:xfrm>
            <a:off x="0" y="-8467"/>
            <a:ext cx="12192000" cy="6866467"/>
            <a:chOff x="0" y="-8467"/>
            <a:chExt cx="12192000" cy="6866467"/>
          </a:xfrm>
        </p:grpSpPr>
        <p:cxnSp>
          <p:nvCxnSpPr>
            <p:cNvPr id="11" name="Google Shape;11;p13"/>
            <p:cNvCxnSpPr/>
            <p:nvPr/>
          </p:nvCxnSpPr>
          <p:spPr>
            <a:xfrm>
              <a:off x="9371012" y="0"/>
              <a:ext cx="1219200" cy="6858000"/>
            </a:xfrm>
            <a:prstGeom prst="straightConnector1">
              <a:avLst/>
            </a:prstGeom>
            <a:noFill/>
            <a:ln cap="flat" cmpd="sng" w="9525">
              <a:solidFill>
                <a:schemeClr val="accent1">
                  <a:alpha val="69803"/>
                </a:schemeClr>
              </a:solidFill>
              <a:prstDash val="solid"/>
              <a:round/>
              <a:headEnd len="sm" w="sm" type="none"/>
              <a:tailEnd len="sm" w="sm" type="none"/>
            </a:ln>
          </p:spPr>
        </p:cxnSp>
        <p:cxnSp>
          <p:nvCxnSpPr>
            <p:cNvPr id="12" name="Google Shape;12;p13"/>
            <p:cNvCxnSpPr/>
            <p:nvPr/>
          </p:nvCxnSpPr>
          <p:spPr>
            <a:xfrm flipH="1">
              <a:off x="7425267" y="3681413"/>
              <a:ext cx="4763558" cy="3176587"/>
            </a:xfrm>
            <a:prstGeom prst="straightConnector1">
              <a:avLst/>
            </a:prstGeom>
            <a:noFill/>
            <a:ln cap="flat" cmpd="sng" w="9525">
              <a:solidFill>
                <a:schemeClr val="accent1">
                  <a:alpha val="69803"/>
                </a:schemeClr>
              </a:solidFill>
              <a:prstDash val="solid"/>
              <a:round/>
              <a:headEnd len="sm" w="sm" type="none"/>
              <a:tailEnd len="sm" w="sm" type="none"/>
            </a:ln>
          </p:spPr>
        </p:cxnSp>
        <p:sp>
          <p:nvSpPr>
            <p:cNvPr id="13" name="Google Shape;13;p13"/>
            <p:cNvSpPr/>
            <p:nvPr/>
          </p:nvSpPr>
          <p:spPr>
            <a:xfrm>
              <a:off x="9181476" y="-8467"/>
              <a:ext cx="3007349" cy="6866467"/>
            </a:xfrm>
            <a:custGeom>
              <a:rect b="b" l="l" r="r" t="t"/>
              <a:pathLst>
                <a:path extrusionOk="0" h="6866467" w="3007349">
                  <a:moveTo>
                    <a:pt x="2045532" y="0"/>
                  </a:moveTo>
                  <a:lnTo>
                    <a:pt x="3007349" y="0"/>
                  </a:lnTo>
                  <a:lnTo>
                    <a:pt x="3007349" y="6866467"/>
                  </a:lnTo>
                  <a:lnTo>
                    <a:pt x="0" y="6866467"/>
                  </a:lnTo>
                  <a:lnTo>
                    <a:pt x="2045532" y="0"/>
                  </a:lnTo>
                  <a:close/>
                </a:path>
              </a:pathLst>
            </a:custGeom>
            <a:solidFill>
              <a:schemeClr val="accent1">
                <a:alpha val="35686"/>
              </a:schemeClr>
            </a:solidFill>
            <a:ln>
              <a:noFill/>
            </a:ln>
          </p:spPr>
        </p:sp>
        <p:sp>
          <p:nvSpPr>
            <p:cNvPr id="14" name="Google Shape;14;p13"/>
            <p:cNvSpPr/>
            <p:nvPr/>
          </p:nvSpPr>
          <p:spPr>
            <a:xfrm>
              <a:off x="9603442" y="-8467"/>
              <a:ext cx="2588558" cy="6866467"/>
            </a:xfrm>
            <a:custGeom>
              <a:rect b="b" l="l" r="r" t="t"/>
              <a:pathLst>
                <a:path extrusionOk="0" h="6866467" w="2573311">
                  <a:moveTo>
                    <a:pt x="0" y="0"/>
                  </a:moveTo>
                  <a:lnTo>
                    <a:pt x="2573311" y="0"/>
                  </a:lnTo>
                  <a:lnTo>
                    <a:pt x="2573311" y="6866467"/>
                  </a:lnTo>
                  <a:lnTo>
                    <a:pt x="1202336" y="6866467"/>
                  </a:lnTo>
                  <a:lnTo>
                    <a:pt x="0" y="0"/>
                  </a:lnTo>
                  <a:close/>
                </a:path>
              </a:pathLst>
            </a:custGeom>
            <a:solidFill>
              <a:schemeClr val="accent1">
                <a:alpha val="20000"/>
              </a:schemeClr>
            </a:solidFill>
            <a:ln>
              <a:noFill/>
            </a:ln>
          </p:spPr>
        </p:sp>
        <p:sp>
          <p:nvSpPr>
            <p:cNvPr id="15" name="Google Shape;15;p13"/>
            <p:cNvSpPr/>
            <p:nvPr/>
          </p:nvSpPr>
          <p:spPr>
            <a:xfrm>
              <a:off x="8932333" y="3048000"/>
              <a:ext cx="3259667" cy="3810000"/>
            </a:xfrm>
            <a:prstGeom prst="triangle">
              <a:avLst>
                <a:gd fmla="val 100000" name="adj"/>
              </a:avLst>
            </a:prstGeom>
            <a:solidFill>
              <a:srgbClr val="16B0E3">
                <a:alpha val="6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13"/>
            <p:cNvSpPr/>
            <p:nvPr/>
          </p:nvSpPr>
          <p:spPr>
            <a:xfrm>
              <a:off x="9334500" y="-8467"/>
              <a:ext cx="2854326" cy="6866467"/>
            </a:xfrm>
            <a:custGeom>
              <a:rect b="b" l="l" r="r" t="t"/>
              <a:pathLst>
                <a:path extrusionOk="0" h="6866467" w="2858013">
                  <a:moveTo>
                    <a:pt x="0" y="0"/>
                  </a:moveTo>
                  <a:lnTo>
                    <a:pt x="2858013" y="0"/>
                  </a:lnTo>
                  <a:lnTo>
                    <a:pt x="2858013" y="6866467"/>
                  </a:lnTo>
                  <a:lnTo>
                    <a:pt x="2473942" y="6866467"/>
                  </a:lnTo>
                  <a:lnTo>
                    <a:pt x="0" y="0"/>
                  </a:lnTo>
                  <a:close/>
                </a:path>
              </a:pathLst>
            </a:custGeom>
            <a:solidFill>
              <a:srgbClr val="16B0E3">
                <a:alpha val="49803"/>
              </a:srgbClr>
            </a:solidFill>
            <a:ln>
              <a:noFill/>
            </a:ln>
          </p:spPr>
        </p:sp>
        <p:sp>
          <p:nvSpPr>
            <p:cNvPr id="17" name="Google Shape;17;p13"/>
            <p:cNvSpPr/>
            <p:nvPr/>
          </p:nvSpPr>
          <p:spPr>
            <a:xfrm>
              <a:off x="10898730" y="-8467"/>
              <a:ext cx="1290094" cy="6866467"/>
            </a:xfrm>
            <a:custGeom>
              <a:rect b="b" l="l" r="r" t="t"/>
              <a:pathLst>
                <a:path extrusionOk="0" h="6858000" w="1290094">
                  <a:moveTo>
                    <a:pt x="1019735" y="0"/>
                  </a:moveTo>
                  <a:lnTo>
                    <a:pt x="1290094" y="0"/>
                  </a:lnTo>
                  <a:lnTo>
                    <a:pt x="1290094" y="6858000"/>
                  </a:lnTo>
                  <a:lnTo>
                    <a:pt x="0" y="6858000"/>
                  </a:lnTo>
                  <a:lnTo>
                    <a:pt x="1019735" y="0"/>
                  </a:lnTo>
                  <a:close/>
                </a:path>
              </a:pathLst>
            </a:custGeom>
            <a:solidFill>
              <a:schemeClr val="accent2">
                <a:alpha val="69803"/>
              </a:schemeClr>
            </a:solidFill>
            <a:ln>
              <a:noFill/>
            </a:ln>
          </p:spPr>
        </p:sp>
        <p:sp>
          <p:nvSpPr>
            <p:cNvPr id="18" name="Google Shape;18;p13"/>
            <p:cNvSpPr/>
            <p:nvPr/>
          </p:nvSpPr>
          <p:spPr>
            <a:xfrm>
              <a:off x="10938999" y="-8467"/>
              <a:ext cx="1249825" cy="6866467"/>
            </a:xfrm>
            <a:custGeom>
              <a:rect b="b" l="l" r="r" t="t"/>
              <a:pathLst>
                <a:path extrusionOk="0" h="6858000" w="1249825">
                  <a:moveTo>
                    <a:pt x="0" y="0"/>
                  </a:moveTo>
                  <a:lnTo>
                    <a:pt x="1249825" y="0"/>
                  </a:lnTo>
                  <a:lnTo>
                    <a:pt x="1249825" y="6858000"/>
                  </a:lnTo>
                  <a:lnTo>
                    <a:pt x="1109382" y="6858000"/>
                  </a:lnTo>
                  <a:lnTo>
                    <a:pt x="0" y="0"/>
                  </a:lnTo>
                  <a:close/>
                </a:path>
              </a:pathLst>
            </a:custGeom>
            <a:solidFill>
              <a:srgbClr val="226292">
                <a:alpha val="80000"/>
              </a:srgbClr>
            </a:solidFill>
            <a:ln>
              <a:noFill/>
            </a:ln>
          </p:spPr>
        </p:sp>
        <p:sp>
          <p:nvSpPr>
            <p:cNvPr id="19" name="Google Shape;19;p13"/>
            <p:cNvSpPr/>
            <p:nvPr/>
          </p:nvSpPr>
          <p:spPr>
            <a:xfrm>
              <a:off x="10371666" y="3589867"/>
              <a:ext cx="1817159" cy="3268133"/>
            </a:xfrm>
            <a:prstGeom prst="triangle">
              <a:avLst>
                <a:gd fmla="val 100000" name="adj"/>
              </a:avLst>
            </a:prstGeom>
            <a:solidFill>
              <a:srgbClr val="16B0E3">
                <a:alpha val="6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13"/>
            <p:cNvSpPr/>
            <p:nvPr/>
          </p:nvSpPr>
          <p:spPr>
            <a:xfrm>
              <a:off x="0" y="4013200"/>
              <a:ext cx="448733" cy="2844800"/>
            </a:xfrm>
            <a:prstGeom prst="triangle">
              <a:avLst>
                <a:gd fmla="val 0" name="adj"/>
              </a:avLst>
            </a:prstGeom>
            <a:solidFill>
              <a:schemeClr val="accent1">
                <a:alpha val="69803"/>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13"/>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marR="0" rtl="0" algn="l">
              <a:spcBef>
                <a:spcPts val="0"/>
              </a:spcBef>
              <a:spcAft>
                <a:spcPts val="0"/>
              </a:spcAft>
              <a:buClr>
                <a:schemeClr val="accent1"/>
              </a:buClr>
              <a:buSzPts val="3600"/>
              <a:buFont typeface="Trebuchet MS"/>
              <a:buNone/>
              <a:defRPr b="0" i="0" sz="3600" u="none" cap="none" strike="noStrike">
                <a:solidFill>
                  <a:schemeClr val="accent1"/>
                </a:solidFill>
                <a:latin typeface="Trebuchet MS"/>
                <a:ea typeface="Trebuchet MS"/>
                <a:cs typeface="Trebuchet MS"/>
                <a:sym typeface="Trebuchet MS"/>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22" name="Google Shape;22;p13"/>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lvl1pPr indent="-320040" lvl="0" marL="457200" marR="0" rtl="0" algn="l">
              <a:spcBef>
                <a:spcPts val="1000"/>
              </a:spcBef>
              <a:spcAft>
                <a:spcPts val="0"/>
              </a:spcAft>
              <a:buClr>
                <a:schemeClr val="accent1"/>
              </a:buClr>
              <a:buSzPts val="1440"/>
              <a:buFont typeface="Noto Sans Symbols"/>
              <a:buChar char="►"/>
              <a:defRPr b="0" i="0" sz="1800" u="none" cap="none" strike="noStrike">
                <a:solidFill>
                  <a:srgbClr val="3F3F3F"/>
                </a:solidFill>
                <a:latin typeface="Trebuchet MS"/>
                <a:ea typeface="Trebuchet MS"/>
                <a:cs typeface="Trebuchet MS"/>
                <a:sym typeface="Trebuchet MS"/>
              </a:defRPr>
            </a:lvl1pPr>
            <a:lvl2pPr indent="-309880" lvl="1" marL="914400" marR="0" rtl="0" algn="l">
              <a:spcBef>
                <a:spcPts val="1000"/>
              </a:spcBef>
              <a:spcAft>
                <a:spcPts val="0"/>
              </a:spcAft>
              <a:buClr>
                <a:schemeClr val="accent1"/>
              </a:buClr>
              <a:buSzPts val="1280"/>
              <a:buFont typeface="Noto Sans Symbols"/>
              <a:buChar char="►"/>
              <a:defRPr b="0" i="0" sz="1600" u="none" cap="none" strike="noStrike">
                <a:solidFill>
                  <a:srgbClr val="3F3F3F"/>
                </a:solidFill>
                <a:latin typeface="Trebuchet MS"/>
                <a:ea typeface="Trebuchet MS"/>
                <a:cs typeface="Trebuchet MS"/>
                <a:sym typeface="Trebuchet MS"/>
              </a:defRPr>
            </a:lvl2pPr>
            <a:lvl3pPr indent="-299719" lvl="2" marL="1371600" marR="0" rtl="0" algn="l">
              <a:spcBef>
                <a:spcPts val="1000"/>
              </a:spcBef>
              <a:spcAft>
                <a:spcPts val="0"/>
              </a:spcAft>
              <a:buClr>
                <a:schemeClr val="accent1"/>
              </a:buClr>
              <a:buSzPts val="1120"/>
              <a:buFont typeface="Noto Sans Symbols"/>
              <a:buChar char="►"/>
              <a:defRPr b="0" i="0" sz="1400" u="none" cap="none" strike="noStrike">
                <a:solidFill>
                  <a:srgbClr val="3F3F3F"/>
                </a:solidFill>
                <a:latin typeface="Trebuchet MS"/>
                <a:ea typeface="Trebuchet MS"/>
                <a:cs typeface="Trebuchet MS"/>
                <a:sym typeface="Trebuchet MS"/>
              </a:defRPr>
            </a:lvl3pPr>
            <a:lvl4pPr indent="-289560" lvl="3" marL="18288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4pPr>
            <a:lvl5pPr indent="-289560" lvl="4" marL="22860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5pPr>
            <a:lvl6pPr indent="-289560" lvl="5" marL="27432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6pPr>
            <a:lvl7pPr indent="-289560" lvl="6" marL="32004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7pPr>
            <a:lvl8pPr indent="-289559" lvl="7" marL="36576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8pPr>
            <a:lvl9pPr indent="-289559" lvl="8" marL="41148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9pPr>
          </a:lstStyle>
          <a:p/>
        </p:txBody>
      </p:sp>
      <p:sp>
        <p:nvSpPr>
          <p:cNvPr id="23" name="Google Shape;23;p13"/>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900" u="none" cap="none" strike="noStrike">
                <a:solidFill>
                  <a:srgbClr val="888888"/>
                </a:solidFill>
                <a:latin typeface="Trebuchet MS"/>
                <a:ea typeface="Trebuchet MS"/>
                <a:cs typeface="Trebuchet MS"/>
                <a:sym typeface="Trebuchet MS"/>
              </a:defRPr>
            </a:lvl1pPr>
            <a:lvl2pPr lvl="1"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2pPr>
            <a:lvl3pPr lvl="2"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3pPr>
            <a:lvl4pPr lvl="3"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4pPr>
            <a:lvl5pPr lvl="4"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5pPr>
            <a:lvl6pPr lvl="5"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6pPr>
            <a:lvl7pPr lvl="6"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7pPr>
            <a:lvl8pPr lvl="7"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8pPr>
            <a:lvl9pPr lvl="8"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9pPr>
          </a:lstStyle>
          <a:p/>
        </p:txBody>
      </p:sp>
      <p:sp>
        <p:nvSpPr>
          <p:cNvPr id="24" name="Google Shape;24;p13"/>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900" u="none" cap="none" strike="noStrike">
                <a:solidFill>
                  <a:srgbClr val="888888"/>
                </a:solidFill>
                <a:latin typeface="Trebuchet MS"/>
                <a:ea typeface="Trebuchet MS"/>
                <a:cs typeface="Trebuchet MS"/>
                <a:sym typeface="Trebuchet MS"/>
              </a:defRPr>
            </a:lvl1pPr>
            <a:lvl2pPr lvl="1"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2pPr>
            <a:lvl3pPr lvl="2"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3pPr>
            <a:lvl4pPr lvl="3"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4pPr>
            <a:lvl5pPr lvl="4"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5pPr>
            <a:lvl6pPr lvl="5"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6pPr>
            <a:lvl7pPr lvl="6"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7pPr>
            <a:lvl8pPr lvl="7"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8pPr>
            <a:lvl9pPr lvl="8"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9pPr>
          </a:lstStyle>
          <a:p/>
        </p:txBody>
      </p:sp>
      <p:sp>
        <p:nvSpPr>
          <p:cNvPr id="25" name="Google Shape;25;p13"/>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900" u="none" cap="none" strike="noStrike">
                <a:solidFill>
                  <a:schemeClr val="accent1"/>
                </a:solidFill>
                <a:latin typeface="Trebuchet MS"/>
                <a:ea typeface="Trebuchet MS"/>
                <a:cs typeface="Trebuchet MS"/>
                <a:sym typeface="Trebuchet MS"/>
              </a:defRPr>
            </a:lvl1pPr>
            <a:lvl2pPr indent="0" lvl="1" marL="0" marR="0" rtl="0" algn="r">
              <a:spcBef>
                <a:spcPts val="0"/>
              </a:spcBef>
              <a:buNone/>
              <a:defRPr b="0" i="0" sz="900" u="none" cap="none" strike="noStrike">
                <a:solidFill>
                  <a:schemeClr val="accent1"/>
                </a:solidFill>
                <a:latin typeface="Trebuchet MS"/>
                <a:ea typeface="Trebuchet MS"/>
                <a:cs typeface="Trebuchet MS"/>
                <a:sym typeface="Trebuchet MS"/>
              </a:defRPr>
            </a:lvl2pPr>
            <a:lvl3pPr indent="0" lvl="2" marL="0" marR="0" rtl="0" algn="r">
              <a:spcBef>
                <a:spcPts val="0"/>
              </a:spcBef>
              <a:buNone/>
              <a:defRPr b="0" i="0" sz="900" u="none" cap="none" strike="noStrike">
                <a:solidFill>
                  <a:schemeClr val="accent1"/>
                </a:solidFill>
                <a:latin typeface="Trebuchet MS"/>
                <a:ea typeface="Trebuchet MS"/>
                <a:cs typeface="Trebuchet MS"/>
                <a:sym typeface="Trebuchet MS"/>
              </a:defRPr>
            </a:lvl3pPr>
            <a:lvl4pPr indent="0" lvl="3" marL="0" marR="0" rtl="0" algn="r">
              <a:spcBef>
                <a:spcPts val="0"/>
              </a:spcBef>
              <a:buNone/>
              <a:defRPr b="0" i="0" sz="900" u="none" cap="none" strike="noStrike">
                <a:solidFill>
                  <a:schemeClr val="accent1"/>
                </a:solidFill>
                <a:latin typeface="Trebuchet MS"/>
                <a:ea typeface="Trebuchet MS"/>
                <a:cs typeface="Trebuchet MS"/>
                <a:sym typeface="Trebuchet MS"/>
              </a:defRPr>
            </a:lvl4pPr>
            <a:lvl5pPr indent="0" lvl="4" marL="0" marR="0" rtl="0" algn="r">
              <a:spcBef>
                <a:spcPts val="0"/>
              </a:spcBef>
              <a:buNone/>
              <a:defRPr b="0" i="0" sz="900" u="none" cap="none" strike="noStrike">
                <a:solidFill>
                  <a:schemeClr val="accent1"/>
                </a:solidFill>
                <a:latin typeface="Trebuchet MS"/>
                <a:ea typeface="Trebuchet MS"/>
                <a:cs typeface="Trebuchet MS"/>
                <a:sym typeface="Trebuchet MS"/>
              </a:defRPr>
            </a:lvl5pPr>
            <a:lvl6pPr indent="0" lvl="5" marL="0" marR="0" rtl="0" algn="r">
              <a:spcBef>
                <a:spcPts val="0"/>
              </a:spcBef>
              <a:buNone/>
              <a:defRPr b="0" i="0" sz="900" u="none" cap="none" strike="noStrike">
                <a:solidFill>
                  <a:schemeClr val="accent1"/>
                </a:solidFill>
                <a:latin typeface="Trebuchet MS"/>
                <a:ea typeface="Trebuchet MS"/>
                <a:cs typeface="Trebuchet MS"/>
                <a:sym typeface="Trebuchet MS"/>
              </a:defRPr>
            </a:lvl6pPr>
            <a:lvl7pPr indent="0" lvl="6" marL="0" marR="0" rtl="0" algn="r">
              <a:spcBef>
                <a:spcPts val="0"/>
              </a:spcBef>
              <a:buNone/>
              <a:defRPr b="0" i="0" sz="900" u="none" cap="none" strike="noStrike">
                <a:solidFill>
                  <a:schemeClr val="accent1"/>
                </a:solidFill>
                <a:latin typeface="Trebuchet MS"/>
                <a:ea typeface="Trebuchet MS"/>
                <a:cs typeface="Trebuchet MS"/>
                <a:sym typeface="Trebuchet MS"/>
              </a:defRPr>
            </a:lvl7pPr>
            <a:lvl8pPr indent="0" lvl="7" marL="0" marR="0" rtl="0" algn="r">
              <a:spcBef>
                <a:spcPts val="0"/>
              </a:spcBef>
              <a:buNone/>
              <a:defRPr b="0" i="0" sz="900" u="none" cap="none" strike="noStrike">
                <a:solidFill>
                  <a:schemeClr val="accent1"/>
                </a:solidFill>
                <a:latin typeface="Trebuchet MS"/>
                <a:ea typeface="Trebuchet MS"/>
                <a:cs typeface="Trebuchet MS"/>
                <a:sym typeface="Trebuchet MS"/>
              </a:defRPr>
            </a:lvl8pPr>
            <a:lvl9pPr indent="0" lvl="8" marL="0" marR="0" rtl="0" algn="r">
              <a:spcBef>
                <a:spcPts val="0"/>
              </a:spcBef>
              <a:buNone/>
              <a:defRPr b="0" i="0" sz="900" u="none" cap="none" strike="noStrike">
                <a:solidFill>
                  <a:schemeClr val="accent1"/>
                </a:solidFill>
                <a:latin typeface="Trebuchet MS"/>
                <a:ea typeface="Trebuchet MS"/>
                <a:cs typeface="Trebuchet MS"/>
                <a:sym typeface="Trebuchet MS"/>
              </a:defRPr>
            </a:lvl9pPr>
          </a:lstStyle>
          <a:p>
            <a:pPr indent="0" lvl="0" marL="0" rtl="0" algn="r">
              <a:spcBef>
                <a:spcPts val="0"/>
              </a:spcBef>
              <a:spcAft>
                <a:spcPts val="0"/>
              </a:spcAft>
              <a:buNone/>
            </a:pPr>
            <a:fld id="{00000000-1234-1234-1234-123412341234}" type="slidenum">
              <a:rPr lang="en-US"/>
              <a:t>‹#›</a:t>
            </a:fld>
            <a:endParaRPr/>
          </a:p>
        </p:txBody>
      </p:sp>
      <p:sp>
        <p:nvSpPr>
          <p:cNvPr id="26" name="Google Shape;26;p13"/>
          <p:cNvSpPr txBox="1"/>
          <p:nvPr/>
        </p:nvSpPr>
        <p:spPr>
          <a:xfrm>
            <a:off x="660396" y="6378906"/>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100" u="none" cap="none" strike="noStrike">
                <a:solidFill>
                  <a:schemeClr val="accent2"/>
                </a:solidFill>
                <a:latin typeface="Trebuchet MS"/>
                <a:ea typeface="Trebuchet MS"/>
                <a:cs typeface="Trebuchet MS"/>
                <a:sym typeface="Trebuchet MS"/>
              </a:rPr>
              <a:t>9/25/2025</a:t>
            </a:r>
            <a:endParaRPr b="0" i="0" sz="1100" u="none" cap="none" strike="noStrike">
              <a:solidFill>
                <a:schemeClr val="accent2"/>
              </a:solidFill>
              <a:latin typeface="Trebuchet MS"/>
              <a:ea typeface="Trebuchet MS"/>
              <a:cs typeface="Trebuchet MS"/>
              <a:sym typeface="Trebuchet MS"/>
            </a:endParaRPr>
          </a:p>
        </p:txBody>
      </p:sp>
      <p:sp>
        <p:nvSpPr>
          <p:cNvPr id="27" name="Google Shape;27;p13"/>
          <p:cNvSpPr txBox="1"/>
          <p:nvPr/>
        </p:nvSpPr>
        <p:spPr>
          <a:xfrm>
            <a:off x="1445526" y="6378906"/>
            <a:ext cx="41148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i="0" lang="en-US" sz="1100" u="none" cap="none" strike="noStrike">
                <a:solidFill>
                  <a:schemeClr val="accent2"/>
                </a:solidFill>
                <a:latin typeface="Trebuchet MS"/>
                <a:ea typeface="Trebuchet MS"/>
                <a:cs typeface="Trebuchet MS"/>
                <a:sym typeface="Trebuchet MS"/>
              </a:rPr>
              <a:t>Annual Review</a:t>
            </a:r>
            <a:endParaRPr/>
          </a:p>
        </p:txBody>
      </p:sp>
      <p:sp>
        <p:nvSpPr>
          <p:cNvPr id="28" name="Google Shape;28;p13"/>
          <p:cNvSpPr txBox="1"/>
          <p:nvPr/>
        </p:nvSpPr>
        <p:spPr>
          <a:xfrm>
            <a:off x="8805338" y="6378906"/>
            <a:ext cx="27432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100" u="none" cap="none" strike="noStrike">
                <a:solidFill>
                  <a:schemeClr val="accent4"/>
                </a:solidFill>
                <a:latin typeface="Trebuchet MS"/>
                <a:ea typeface="Trebuchet MS"/>
                <a:cs typeface="Trebuchet MS"/>
                <a:sym typeface="Trebuchet MS"/>
              </a:rPr>
              <a:t>‹#›</a:t>
            </a:fld>
            <a:endParaRPr b="0" i="0" sz="1100" u="none" cap="none" strike="noStrike">
              <a:solidFill>
                <a:schemeClr val="accent4"/>
              </a:solidFill>
              <a:latin typeface="Trebuchet MS"/>
              <a:ea typeface="Trebuchet MS"/>
              <a:cs typeface="Trebuchet MS"/>
              <a:sym typeface="Trebuchet MS"/>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0.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9.png"/><Relationship Id="rId4" Type="http://schemas.openxmlformats.org/officeDocument/2006/relationships/image" Target="../media/image10.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0.jp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0.jpg"/><Relationship Id="rId4" Type="http://schemas.openxmlformats.org/officeDocument/2006/relationships/image" Target="../media/image8.png"/><Relationship Id="rId5" Type="http://schemas.openxmlformats.org/officeDocument/2006/relationships/image" Target="../media/image17.png"/><Relationship Id="rId6"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0.jpg"/><Relationship Id="rId4" Type="http://schemas.openxmlformats.org/officeDocument/2006/relationships/image" Target="../media/image5.png"/><Relationship Id="rId5" Type="http://schemas.openxmlformats.org/officeDocument/2006/relationships/image" Target="../media/image18.png"/><Relationship Id="rId6"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0.jpg"/><Relationship Id="rId6" Type="http://schemas.openxmlformats.org/officeDocument/2006/relationships/image" Target="../media/image14.png"/><Relationship Id="rId7"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0.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0.jp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0.jpg"/><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10.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1"/>
          <p:cNvSpPr txBox="1"/>
          <p:nvPr>
            <p:ph idx="1" type="body"/>
          </p:nvPr>
        </p:nvSpPr>
        <p:spPr>
          <a:xfrm>
            <a:off x="5715400" y="4142000"/>
            <a:ext cx="5596200" cy="861600"/>
          </a:xfrm>
          <a:prstGeom prst="rect">
            <a:avLst/>
          </a:prstGeom>
          <a:noFill/>
          <a:ln>
            <a:noFill/>
          </a:ln>
        </p:spPr>
        <p:txBody>
          <a:bodyPr anchorCtr="0" anchor="t" bIns="45700" lIns="91425" spcFirstLastPara="1" rIns="91425" wrap="square" tIns="45700">
            <a:normAutofit fontScale="85000"/>
          </a:bodyPr>
          <a:lstStyle/>
          <a:p>
            <a:pPr indent="0" lvl="0" marL="0" rtl="0" algn="r">
              <a:spcBef>
                <a:spcPts val="0"/>
              </a:spcBef>
              <a:spcAft>
                <a:spcPts val="0"/>
              </a:spcAft>
              <a:buSzPct val="80000"/>
              <a:buNone/>
            </a:pPr>
            <a:r>
              <a:rPr b="0" lang="en-US">
                <a:solidFill>
                  <a:schemeClr val="dk1"/>
                </a:solidFill>
              </a:rPr>
              <a:t>[Nimisha R</a:t>
            </a:r>
            <a:r>
              <a:rPr b="0" lang="en-US">
                <a:solidFill>
                  <a:schemeClr val="dk1"/>
                </a:solidFill>
              </a:rPr>
              <a:t>awat ]</a:t>
            </a:r>
            <a:endParaRPr/>
          </a:p>
          <a:p>
            <a:pPr indent="0" lvl="0" marL="0" rtl="0" algn="l">
              <a:spcBef>
                <a:spcPts val="1000"/>
              </a:spcBef>
              <a:spcAft>
                <a:spcPts val="0"/>
              </a:spcAft>
              <a:buSzPct val="80000"/>
              <a:buNone/>
            </a:pPr>
            <a:r>
              <a:rPr b="0" lang="en-US">
                <a:solidFill>
                  <a:schemeClr val="dk1"/>
                </a:solidFill>
              </a:rPr>
              <a:t>  [</a:t>
            </a:r>
            <a:r>
              <a:rPr b="0" lang="en-US">
                <a:solidFill>
                  <a:schemeClr val="dk1"/>
                </a:solidFill>
              </a:rPr>
              <a:t>Internship ID:INTERNSHIP_172663295366ea53f910591</a:t>
            </a:r>
            <a:r>
              <a:rPr b="0" lang="en-US">
                <a:solidFill>
                  <a:schemeClr val="dk1"/>
                </a:solidFill>
              </a:rPr>
              <a:t>]</a:t>
            </a:r>
            <a:endParaRPr b="0">
              <a:solidFill>
                <a:schemeClr val="dk1"/>
              </a:solidFill>
            </a:endParaRPr>
          </a:p>
        </p:txBody>
      </p:sp>
      <p:sp>
        <p:nvSpPr>
          <p:cNvPr id="198" name="Google Shape;198;p1"/>
          <p:cNvSpPr txBox="1"/>
          <p:nvPr>
            <p:ph type="title"/>
          </p:nvPr>
        </p:nvSpPr>
        <p:spPr>
          <a:xfrm>
            <a:off x="6312871" y="3057278"/>
            <a:ext cx="4998600" cy="743400"/>
          </a:xfrm>
          <a:prstGeom prst="rect">
            <a:avLst/>
          </a:prstGeom>
          <a:noFill/>
          <a:ln>
            <a:noFill/>
          </a:ln>
        </p:spPr>
        <p:txBody>
          <a:bodyPr anchorCtr="0" anchor="t" bIns="45700" lIns="91425" spcFirstLastPara="1" rIns="91425" wrap="square" tIns="45700">
            <a:normAutofit/>
          </a:bodyPr>
          <a:lstStyle/>
          <a:p>
            <a:pPr indent="0" lvl="0" marL="0" rtl="0" algn="l">
              <a:lnSpc>
                <a:spcPct val="110000"/>
              </a:lnSpc>
              <a:spcBef>
                <a:spcPts val="0"/>
              </a:spcBef>
              <a:spcAft>
                <a:spcPts val="400"/>
              </a:spcAft>
              <a:buClr>
                <a:schemeClr val="dk1"/>
              </a:buClr>
              <a:buSzPts val="1100"/>
              <a:buFont typeface="Arial"/>
              <a:buNone/>
            </a:pPr>
            <a:r>
              <a:rPr b="1" lang="en-US" sz="2500">
                <a:solidFill>
                  <a:srgbClr val="18113C"/>
                </a:solidFill>
                <a:highlight>
                  <a:srgbClr val="FFFFFF"/>
                </a:highlight>
                <a:latin typeface="Arial"/>
                <a:ea typeface="Arial"/>
                <a:cs typeface="Arial"/>
                <a:sym typeface="Arial"/>
              </a:rPr>
              <a:t>Airbnb Hotel Booking Analysis</a:t>
            </a:r>
            <a:endParaRPr sz="3200"/>
          </a:p>
        </p:txBody>
      </p:sp>
      <p:sp>
        <p:nvSpPr>
          <p:cNvPr id="199" name="Google Shape;199;p1"/>
          <p:cNvSpPr txBox="1"/>
          <p:nvPr/>
        </p:nvSpPr>
        <p:spPr>
          <a:xfrm>
            <a:off x="6362700" y="3015500"/>
            <a:ext cx="4821300" cy="1126500"/>
          </a:xfrm>
          <a:prstGeom prst="rect">
            <a:avLst/>
          </a:prstGeom>
          <a:noFill/>
          <a:ln>
            <a:noFill/>
          </a:ln>
        </p:spPr>
        <p:txBody>
          <a:bodyPr anchorCtr="0" anchor="t" bIns="45700" lIns="91425" spcFirstLastPara="1" rIns="91425" wrap="square" tIns="45700">
            <a:normAutofit fontScale="70000" lnSpcReduction="20000"/>
          </a:bodyPr>
          <a:lstStyle/>
          <a:p>
            <a:pPr indent="0" lvl="0" marL="0" marR="0" rtl="0" algn="l">
              <a:spcBef>
                <a:spcPts val="0"/>
              </a:spcBef>
              <a:spcAft>
                <a:spcPts val="0"/>
              </a:spcAft>
              <a:buClr>
                <a:schemeClr val="accent1"/>
              </a:buClr>
              <a:buSzPct val="80000"/>
              <a:buFont typeface="Noto Sans Symbols"/>
              <a:buNone/>
            </a:pPr>
            <a:r>
              <a:t/>
            </a:r>
            <a:endParaRPr b="1" sz="2400">
              <a:solidFill>
                <a:schemeClr val="accent4"/>
              </a:solidFill>
              <a:latin typeface="Trebuchet MS"/>
              <a:ea typeface="Trebuchet MS"/>
              <a:cs typeface="Trebuchet MS"/>
              <a:sym typeface="Trebuchet MS"/>
            </a:endParaRPr>
          </a:p>
          <a:p>
            <a:pPr indent="0" lvl="0" marL="0" marR="0" rtl="0" algn="l">
              <a:spcBef>
                <a:spcPts val="0"/>
              </a:spcBef>
              <a:spcAft>
                <a:spcPts val="0"/>
              </a:spcAft>
              <a:buClr>
                <a:schemeClr val="accent1"/>
              </a:buClr>
              <a:buSzPct val="80000"/>
              <a:buFont typeface="Noto Sans Symbols"/>
              <a:buNone/>
            </a:pPr>
            <a:r>
              <a:t/>
            </a:r>
            <a:endParaRPr b="1" sz="2400">
              <a:solidFill>
                <a:schemeClr val="accent4"/>
              </a:solidFill>
              <a:latin typeface="Trebuchet MS"/>
              <a:ea typeface="Trebuchet MS"/>
              <a:cs typeface="Trebuchet MS"/>
              <a:sym typeface="Trebuchet MS"/>
            </a:endParaRPr>
          </a:p>
          <a:p>
            <a:pPr indent="0" lvl="0" marL="0" marR="0" rtl="0" algn="l">
              <a:spcBef>
                <a:spcPts val="0"/>
              </a:spcBef>
              <a:spcAft>
                <a:spcPts val="0"/>
              </a:spcAft>
              <a:buClr>
                <a:schemeClr val="accent1"/>
              </a:buClr>
              <a:buSzPct val="80000"/>
              <a:buFont typeface="Noto Sans Symbols"/>
              <a:buNone/>
            </a:pPr>
            <a:r>
              <a:t/>
            </a:r>
            <a:endParaRPr b="1" sz="2400">
              <a:solidFill>
                <a:schemeClr val="accent4"/>
              </a:solidFill>
              <a:latin typeface="Trebuchet MS"/>
              <a:ea typeface="Trebuchet MS"/>
              <a:cs typeface="Trebuchet MS"/>
              <a:sym typeface="Trebuchet MS"/>
            </a:endParaRPr>
          </a:p>
          <a:p>
            <a:pPr indent="0" lvl="0" marL="0" marR="0" rtl="0" algn="l">
              <a:spcBef>
                <a:spcPts val="0"/>
              </a:spcBef>
              <a:spcAft>
                <a:spcPts val="0"/>
              </a:spcAft>
              <a:buClr>
                <a:schemeClr val="accent1"/>
              </a:buClr>
              <a:buSzPct val="80000"/>
              <a:buFont typeface="Noto Sans Symbols"/>
              <a:buNone/>
            </a:pPr>
            <a:r>
              <a:t/>
            </a:r>
            <a:endParaRPr b="1" sz="2400">
              <a:solidFill>
                <a:schemeClr val="accent4"/>
              </a:solidFill>
              <a:latin typeface="Trebuchet MS"/>
              <a:ea typeface="Trebuchet MS"/>
              <a:cs typeface="Trebuchet MS"/>
              <a:sym typeface="Trebuchet MS"/>
            </a:endParaRPr>
          </a:p>
          <a:p>
            <a:pPr indent="0" lvl="0" marL="0" marR="0" rtl="0" algn="l">
              <a:spcBef>
                <a:spcPts val="0"/>
              </a:spcBef>
              <a:spcAft>
                <a:spcPts val="0"/>
              </a:spcAft>
              <a:buClr>
                <a:schemeClr val="accent1"/>
              </a:buClr>
              <a:buSzPct val="80000"/>
              <a:buFont typeface="Noto Sans Symbols"/>
              <a:buNone/>
            </a:pPr>
            <a:r>
              <a:t/>
            </a:r>
            <a:endParaRPr b="1" sz="2400">
              <a:solidFill>
                <a:schemeClr val="accent4"/>
              </a:solidFill>
              <a:latin typeface="Trebuchet MS"/>
              <a:ea typeface="Trebuchet MS"/>
              <a:cs typeface="Trebuchet MS"/>
              <a:sym typeface="Trebuchet MS"/>
            </a:endParaRPr>
          </a:p>
        </p:txBody>
      </p:sp>
      <p:pic>
        <p:nvPicPr>
          <p:cNvPr id="200" name="Google Shape;200;p1"/>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8"/>
                                        </p:tgtEl>
                                        <p:attrNameLst>
                                          <p:attrName>style.visibility</p:attrName>
                                        </p:attrNameLst>
                                      </p:cBhvr>
                                      <p:to>
                                        <p:strVal val="visible"/>
                                      </p:to>
                                    </p:set>
                                    <p:animEffect filter="fade" transition="in">
                                      <p:cBhvr>
                                        <p:cTn dur="1822"/>
                                        <p:tgtEl>
                                          <p:spTgt spid="19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99"/>
                                        </p:tgtEl>
                                        <p:attrNameLst>
                                          <p:attrName>style.visibility</p:attrName>
                                        </p:attrNameLst>
                                      </p:cBhvr>
                                      <p:to>
                                        <p:strVal val="visible"/>
                                      </p:to>
                                    </p:set>
                                    <p:anim calcmode="lin" valueType="num">
                                      <p:cBhvr additive="base">
                                        <p:cTn dur="500"/>
                                        <p:tgtEl>
                                          <p:spTgt spid="199"/>
                                        </p:tgtEl>
                                        <p:attrNameLst>
                                          <p:attrName>ppt_w</p:attrName>
                                        </p:attrNameLst>
                                      </p:cBhvr>
                                      <p:tavLst>
                                        <p:tav fmla="" tm="0">
                                          <p:val>
                                            <p:strVal val="0"/>
                                          </p:val>
                                        </p:tav>
                                        <p:tav fmla="" tm="100000">
                                          <p:val>
                                            <p:strVal val="#ppt_w"/>
                                          </p:val>
                                        </p:tav>
                                      </p:tavLst>
                                    </p:anim>
                                    <p:anim calcmode="lin" valueType="num">
                                      <p:cBhvr additive="base">
                                        <p:cTn dur="500"/>
                                        <p:tgtEl>
                                          <p:spTgt spid="199"/>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7">
                                            <p:txEl>
                                              <p:pRg end="0" st="0"/>
                                            </p:txEl>
                                          </p:spTgt>
                                        </p:tgtEl>
                                        <p:attrNameLst>
                                          <p:attrName>style.visibility</p:attrName>
                                        </p:attrNameLst>
                                      </p:cBhvr>
                                      <p:to>
                                        <p:strVal val="visible"/>
                                      </p:to>
                                    </p:set>
                                    <p:animEffect filter="fade" transition="in">
                                      <p:cBhvr>
                                        <p:cTn dur="500"/>
                                        <p:tgtEl>
                                          <p:spTgt spid="19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7">
                                            <p:txEl>
                                              <p:pRg end="1" st="1"/>
                                            </p:txEl>
                                          </p:spTgt>
                                        </p:tgtEl>
                                        <p:attrNameLst>
                                          <p:attrName>style.visibility</p:attrName>
                                        </p:attrNameLst>
                                      </p:cBhvr>
                                      <p:to>
                                        <p:strVal val="visible"/>
                                      </p:to>
                                    </p:set>
                                    <p:animEffect filter="fade" transition="in">
                                      <p:cBhvr>
                                        <p:cTn dur="500"/>
                                        <p:tgtEl>
                                          <p:spTgt spid="197">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2"/>
          <p:cNvSpPr txBox="1"/>
          <p:nvPr>
            <p:ph idx="1" type="body"/>
          </p:nvPr>
        </p:nvSpPr>
        <p:spPr>
          <a:xfrm>
            <a:off x="1046480" y="1875556"/>
            <a:ext cx="6431280" cy="3607987"/>
          </a:xfrm>
          <a:prstGeom prst="rect">
            <a:avLst/>
          </a:prstGeom>
          <a:noFill/>
          <a:ln>
            <a:noFill/>
          </a:ln>
        </p:spPr>
        <p:txBody>
          <a:bodyPr anchorCtr="0" anchor="t" bIns="45700" lIns="91425" spcFirstLastPara="1" rIns="91425" wrap="square" tIns="45700">
            <a:normAutofit fontScale="70000" lnSpcReduction="20000"/>
          </a:bodyPr>
          <a:lstStyle/>
          <a:p>
            <a:pPr indent="0" lvl="0" marL="0" rtl="0" algn="l">
              <a:lnSpc>
                <a:spcPct val="110000"/>
              </a:lnSpc>
              <a:spcBef>
                <a:spcPts val="0"/>
              </a:spcBef>
              <a:spcAft>
                <a:spcPts val="0"/>
              </a:spcAft>
              <a:buSzPct val="44000"/>
              <a:buNone/>
            </a:pPr>
            <a:r>
              <a:rPr b="1" lang="en-US" sz="2500">
                <a:solidFill>
                  <a:srgbClr val="18113C"/>
                </a:solidFill>
                <a:highlight>
                  <a:srgbClr val="FFFFFF"/>
                </a:highlight>
                <a:latin typeface="Arial"/>
                <a:ea typeface="Arial"/>
                <a:cs typeface="Arial"/>
                <a:sym typeface="Arial"/>
              </a:rPr>
              <a:t>Airbnb Hotel Booking Analysis</a:t>
            </a:r>
            <a:endParaRPr b="1" sz="2500">
              <a:solidFill>
                <a:srgbClr val="18113C"/>
              </a:solidFill>
              <a:highlight>
                <a:srgbClr val="FFFFFF"/>
              </a:highlight>
              <a:latin typeface="Arial"/>
              <a:ea typeface="Arial"/>
              <a:cs typeface="Arial"/>
              <a:sym typeface="Arial"/>
            </a:endParaRPr>
          </a:p>
          <a:p>
            <a:pPr indent="0" lvl="0" marL="0" rtl="0" algn="l">
              <a:lnSpc>
                <a:spcPct val="110000"/>
              </a:lnSpc>
              <a:spcBef>
                <a:spcPts val="400"/>
              </a:spcBef>
              <a:spcAft>
                <a:spcPts val="0"/>
              </a:spcAft>
              <a:buClr>
                <a:schemeClr val="dk1"/>
              </a:buClr>
              <a:buSzPct val="39285"/>
              <a:buFont typeface="Arial"/>
              <a:buNone/>
            </a:pPr>
            <a:r>
              <a:rPr lang="en-US" sz="2800"/>
              <a:t>Airbnb has revolutionized the hospitality industry by connecting travelers with diverse lodging options worldwide. With its expanding listings and user base, analyzing booking data is essential for hosts to optimize earnings and for Airbnb to improve user experience. This project focuses on studying booking patterns, pricing, guest preferences, and host performance to uncover insights that enhance decision-making and guest satisfaction.</a:t>
            </a:r>
            <a:endParaRPr sz="2800"/>
          </a:p>
          <a:p>
            <a:pPr indent="0" lvl="0" marL="0" rtl="0" algn="l">
              <a:lnSpc>
                <a:spcPct val="115000"/>
              </a:lnSpc>
              <a:spcBef>
                <a:spcPts val="400"/>
              </a:spcBef>
              <a:spcAft>
                <a:spcPts val="0"/>
              </a:spcAft>
              <a:buClr>
                <a:schemeClr val="dk1"/>
              </a:buClr>
              <a:buSzPct val="39285"/>
              <a:buFont typeface="Arial"/>
              <a:buNone/>
            </a:pPr>
            <a:r>
              <a:t/>
            </a:r>
            <a:endParaRPr sz="2800"/>
          </a:p>
          <a:p>
            <a:pPr indent="0" lvl="0" marL="0" rtl="0" algn="l">
              <a:lnSpc>
                <a:spcPct val="150000"/>
              </a:lnSpc>
              <a:spcBef>
                <a:spcPts val="0"/>
              </a:spcBef>
              <a:spcAft>
                <a:spcPts val="0"/>
              </a:spcAft>
              <a:buSzPct val="80000"/>
              <a:buNone/>
            </a:pPr>
            <a:r>
              <a:t/>
            </a:r>
            <a:endParaRPr sz="2800"/>
          </a:p>
        </p:txBody>
      </p:sp>
      <p:sp>
        <p:nvSpPr>
          <p:cNvPr id="206" name="Google Shape;206;p2"/>
          <p:cNvSpPr txBox="1"/>
          <p:nvPr>
            <p:ph type="title"/>
          </p:nvPr>
        </p:nvSpPr>
        <p:spPr>
          <a:xfrm>
            <a:off x="754602" y="550417"/>
            <a:ext cx="6995604" cy="790111"/>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chemeClr val="dk1"/>
              </a:buClr>
              <a:buSzPct val="100000"/>
              <a:buFont typeface="Trebuchet MS"/>
              <a:buNone/>
            </a:pPr>
            <a:r>
              <a:rPr lang="en-US"/>
              <a:t>PROBLEM  STATEMENT</a:t>
            </a:r>
            <a:endParaRPr/>
          </a:p>
        </p:txBody>
      </p:sp>
      <p:pic>
        <p:nvPicPr>
          <p:cNvPr id="207" name="Google Shape;207;p2"/>
          <p:cNvPicPr preferRelativeResize="0"/>
          <p:nvPr/>
        </p:nvPicPr>
        <p:blipFill rotWithShape="1">
          <a:blip r:embed="rId3">
            <a:alphaModFix/>
          </a:blip>
          <a:srcRect b="0" l="0" r="0" t="0"/>
          <a:stretch/>
        </p:blipFill>
        <p:spPr>
          <a:xfrm>
            <a:off x="7995684" y="2930834"/>
            <a:ext cx="2760758" cy="3264409"/>
          </a:xfrm>
          <a:prstGeom prst="rect">
            <a:avLst/>
          </a:prstGeom>
          <a:noFill/>
          <a:ln>
            <a:noFill/>
          </a:ln>
        </p:spPr>
      </p:pic>
      <p:pic>
        <p:nvPicPr>
          <p:cNvPr id="208" name="Google Shape;208;p2"/>
          <p:cNvPicPr preferRelativeResize="0"/>
          <p:nvPr/>
        </p:nvPicPr>
        <p:blipFill rotWithShape="1">
          <a:blip r:embed="rId4">
            <a:alphaModFix/>
          </a:blip>
          <a:srcRect b="0" l="0" r="0" t="96181"/>
          <a:stretch/>
        </p:blipFill>
        <p:spPr>
          <a:xfrm>
            <a:off x="675957" y="6471920"/>
            <a:ext cx="2143125" cy="19304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06"/>
                                        </p:tgtEl>
                                        <p:attrNameLst>
                                          <p:attrName>style.visibility</p:attrName>
                                        </p:attrNameLst>
                                      </p:cBhvr>
                                      <p:to>
                                        <p:strVal val="visible"/>
                                      </p:to>
                                    </p:set>
                                    <p:anim calcmode="lin" valueType="num">
                                      <p:cBhvr additive="base">
                                        <p:cTn dur="500"/>
                                        <p:tgtEl>
                                          <p:spTgt spid="206"/>
                                        </p:tgtEl>
                                        <p:attrNameLst>
                                          <p:attrName>ppt_w</p:attrName>
                                        </p:attrNameLst>
                                      </p:cBhvr>
                                      <p:tavLst>
                                        <p:tav fmla="" tm="0">
                                          <p:val>
                                            <p:strVal val="0"/>
                                          </p:val>
                                        </p:tav>
                                        <p:tav fmla="" tm="100000">
                                          <p:val>
                                            <p:strVal val="#ppt_w"/>
                                          </p:val>
                                        </p:tav>
                                      </p:tavLst>
                                    </p:anim>
                                    <p:anim calcmode="lin" valueType="num">
                                      <p:cBhvr additive="base">
                                        <p:cTn dur="500"/>
                                        <p:tgtEl>
                                          <p:spTgt spid="206"/>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5">
                                            <p:txEl>
                                              <p:pRg end="0" st="0"/>
                                            </p:txEl>
                                          </p:spTgt>
                                        </p:tgtEl>
                                        <p:attrNameLst>
                                          <p:attrName>style.visibility</p:attrName>
                                        </p:attrNameLst>
                                      </p:cBhvr>
                                      <p:to>
                                        <p:strVal val="visible"/>
                                      </p:to>
                                    </p:set>
                                    <p:animEffect filter="fade" transition="in">
                                      <p:cBhvr>
                                        <p:cTn dur="1000"/>
                                        <p:tgtEl>
                                          <p:spTgt spid="20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5">
                                            <p:txEl>
                                              <p:pRg end="1" st="1"/>
                                            </p:txEl>
                                          </p:spTgt>
                                        </p:tgtEl>
                                        <p:attrNameLst>
                                          <p:attrName>style.visibility</p:attrName>
                                        </p:attrNameLst>
                                      </p:cBhvr>
                                      <p:to>
                                        <p:strVal val="visible"/>
                                      </p:to>
                                    </p:set>
                                    <p:animEffect filter="fade" transition="in">
                                      <p:cBhvr>
                                        <p:cTn dur="1000"/>
                                        <p:tgtEl>
                                          <p:spTgt spid="20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5">
                                            <p:txEl>
                                              <p:pRg end="2" st="2"/>
                                            </p:txEl>
                                          </p:spTgt>
                                        </p:tgtEl>
                                        <p:attrNameLst>
                                          <p:attrName>style.visibility</p:attrName>
                                        </p:attrNameLst>
                                      </p:cBhvr>
                                      <p:to>
                                        <p:strVal val="visible"/>
                                      </p:to>
                                    </p:set>
                                    <p:animEffect filter="fade" transition="in">
                                      <p:cBhvr>
                                        <p:cTn dur="1000"/>
                                        <p:tgtEl>
                                          <p:spTgt spid="20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5">
                                            <p:txEl>
                                              <p:pRg end="3" st="3"/>
                                            </p:txEl>
                                          </p:spTgt>
                                        </p:tgtEl>
                                        <p:attrNameLst>
                                          <p:attrName>style.visibility</p:attrName>
                                        </p:attrNameLst>
                                      </p:cBhvr>
                                      <p:to>
                                        <p:strVal val="visible"/>
                                      </p:to>
                                    </p:set>
                                    <p:animEffect filter="fade" transition="in">
                                      <p:cBhvr>
                                        <p:cTn dur="1000"/>
                                        <p:tgtEl>
                                          <p:spTgt spid="205">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212" name="Shape 212"/>
        <p:cNvGrpSpPr/>
        <p:nvPr/>
      </p:nvGrpSpPr>
      <p:grpSpPr>
        <a:xfrm>
          <a:off x="0" y="0"/>
          <a:ext cx="0" cy="0"/>
          <a:chOff x="0" y="0"/>
          <a:chExt cx="0" cy="0"/>
        </a:xfrm>
      </p:grpSpPr>
      <p:sp>
        <p:nvSpPr>
          <p:cNvPr id="213" name="Google Shape;213;p3"/>
          <p:cNvSpPr txBox="1"/>
          <p:nvPr>
            <p:ph type="title"/>
          </p:nvPr>
        </p:nvSpPr>
        <p:spPr>
          <a:xfrm>
            <a:off x="660399" y="805213"/>
            <a:ext cx="6276109" cy="830997"/>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chemeClr val="dk1"/>
              </a:buClr>
              <a:buSzPts val="4320"/>
              <a:buFont typeface="Trebuchet MS"/>
              <a:buNone/>
            </a:pPr>
            <a:r>
              <a:rPr lang="en-US"/>
              <a:t>Project Description</a:t>
            </a:r>
            <a:br>
              <a:rPr lang="en-US"/>
            </a:br>
            <a:endParaRPr b="0" sz="1100">
              <a:latin typeface="Arial"/>
              <a:ea typeface="Arial"/>
              <a:cs typeface="Arial"/>
              <a:sym typeface="Arial"/>
            </a:endParaRPr>
          </a:p>
          <a:p>
            <a:pPr indent="0" lvl="0" marL="0" rtl="0" algn="l">
              <a:lnSpc>
                <a:spcPct val="115000"/>
              </a:lnSpc>
              <a:spcBef>
                <a:spcPts val="1200"/>
              </a:spcBef>
              <a:spcAft>
                <a:spcPts val="0"/>
              </a:spcAft>
              <a:buClr>
                <a:schemeClr val="dk1"/>
              </a:buClr>
              <a:buSzPct val="127742"/>
              <a:buFont typeface="Arial"/>
              <a:buNone/>
            </a:pPr>
            <a:r>
              <a:rPr b="0" lang="en-US" sz="861">
                <a:latin typeface="Arial"/>
                <a:ea typeface="Arial"/>
                <a:cs typeface="Arial"/>
                <a:sym typeface="Arial"/>
              </a:rPr>
              <a:t>This project aims to analyze Airbnb booking data to uncover trends and insights that can benefit hosts, guests, and the platform itself. By examining booking behaviors, pricing strategies, guest preferences, and host performance, the analysis seeks to improve decision-making, maximize host earnings, and enhance the guest experience.</a:t>
            </a:r>
            <a:endParaRPr b="0" sz="861">
              <a:latin typeface="Arial"/>
              <a:ea typeface="Arial"/>
              <a:cs typeface="Arial"/>
              <a:sym typeface="Arial"/>
            </a:endParaRPr>
          </a:p>
          <a:p>
            <a:pPr indent="0" lvl="0" marL="0" rtl="0" algn="l">
              <a:lnSpc>
                <a:spcPct val="115000"/>
              </a:lnSpc>
              <a:spcBef>
                <a:spcPts val="1400"/>
              </a:spcBef>
              <a:spcAft>
                <a:spcPts val="0"/>
              </a:spcAft>
              <a:buClr>
                <a:schemeClr val="dk1"/>
              </a:buClr>
              <a:buSzPct val="127742"/>
              <a:buFont typeface="Arial"/>
              <a:buNone/>
            </a:pPr>
            <a:r>
              <a:rPr lang="en-US" sz="861">
                <a:latin typeface="Arial"/>
                <a:ea typeface="Arial"/>
                <a:cs typeface="Arial"/>
                <a:sym typeface="Arial"/>
              </a:rPr>
              <a:t>Key Objectives:</a:t>
            </a:r>
            <a:endParaRPr sz="861">
              <a:latin typeface="Arial"/>
              <a:ea typeface="Arial"/>
              <a:cs typeface="Arial"/>
              <a:sym typeface="Arial"/>
            </a:endParaRPr>
          </a:p>
          <a:p>
            <a:pPr indent="-277812" lvl="0" marL="457200" rtl="0" algn="l">
              <a:lnSpc>
                <a:spcPct val="115000"/>
              </a:lnSpc>
              <a:spcBef>
                <a:spcPts val="1200"/>
              </a:spcBef>
              <a:spcAft>
                <a:spcPts val="0"/>
              </a:spcAft>
              <a:buSzPct val="100000"/>
              <a:buFont typeface="Arial"/>
              <a:buAutoNum type="arabicPeriod"/>
            </a:pPr>
            <a:r>
              <a:rPr lang="en-US" sz="861">
                <a:latin typeface="Arial"/>
                <a:ea typeface="Arial"/>
                <a:cs typeface="Arial"/>
                <a:sym typeface="Arial"/>
              </a:rPr>
              <a:t>Booking Patterns</a:t>
            </a:r>
            <a:r>
              <a:rPr b="0" lang="en-US" sz="861">
                <a:latin typeface="Arial"/>
                <a:ea typeface="Arial"/>
                <a:cs typeface="Arial"/>
                <a:sym typeface="Arial"/>
              </a:rPr>
              <a:t> – Identify peak seasons, regional booking variations, and average lead times.</a:t>
            </a:r>
            <a:br>
              <a:rPr b="0" lang="en-US" sz="861">
                <a:latin typeface="Arial"/>
                <a:ea typeface="Arial"/>
                <a:cs typeface="Arial"/>
                <a:sym typeface="Arial"/>
              </a:rPr>
            </a:br>
            <a:endParaRPr b="0" sz="861">
              <a:latin typeface="Arial"/>
              <a:ea typeface="Arial"/>
              <a:cs typeface="Arial"/>
              <a:sym typeface="Arial"/>
            </a:endParaRPr>
          </a:p>
          <a:p>
            <a:pPr indent="-277812" lvl="0" marL="457200" rtl="0" algn="l">
              <a:lnSpc>
                <a:spcPct val="115000"/>
              </a:lnSpc>
              <a:spcBef>
                <a:spcPts val="0"/>
              </a:spcBef>
              <a:spcAft>
                <a:spcPts val="0"/>
              </a:spcAft>
              <a:buSzPct val="100000"/>
              <a:buFont typeface="Arial"/>
              <a:buAutoNum type="arabicPeriod"/>
            </a:pPr>
            <a:r>
              <a:rPr lang="en-US" sz="861">
                <a:latin typeface="Arial"/>
                <a:ea typeface="Arial"/>
                <a:cs typeface="Arial"/>
                <a:sym typeface="Arial"/>
              </a:rPr>
              <a:t>Pricing Strategies</a:t>
            </a:r>
            <a:r>
              <a:rPr b="0" lang="en-US" sz="861">
                <a:latin typeface="Arial"/>
                <a:ea typeface="Arial"/>
                <a:cs typeface="Arial"/>
                <a:sym typeface="Arial"/>
              </a:rPr>
              <a:t> – Analyze effective pricing methods, the impact of seasonality, and how pricing affects guest satisfaction.</a:t>
            </a:r>
            <a:br>
              <a:rPr b="0" lang="en-US" sz="861">
                <a:latin typeface="Arial"/>
                <a:ea typeface="Arial"/>
                <a:cs typeface="Arial"/>
                <a:sym typeface="Arial"/>
              </a:rPr>
            </a:br>
            <a:endParaRPr b="0" sz="861">
              <a:latin typeface="Arial"/>
              <a:ea typeface="Arial"/>
              <a:cs typeface="Arial"/>
              <a:sym typeface="Arial"/>
            </a:endParaRPr>
          </a:p>
          <a:p>
            <a:pPr indent="-277812" lvl="0" marL="457200" rtl="0" algn="l">
              <a:lnSpc>
                <a:spcPct val="115000"/>
              </a:lnSpc>
              <a:spcBef>
                <a:spcPts val="0"/>
              </a:spcBef>
              <a:spcAft>
                <a:spcPts val="0"/>
              </a:spcAft>
              <a:buSzPct val="100000"/>
              <a:buFont typeface="Arial"/>
              <a:buAutoNum type="arabicPeriod"/>
            </a:pPr>
            <a:r>
              <a:rPr lang="en-US" sz="861">
                <a:latin typeface="Arial"/>
                <a:ea typeface="Arial"/>
                <a:cs typeface="Arial"/>
                <a:sym typeface="Arial"/>
              </a:rPr>
              <a:t>Guest Preferences</a:t>
            </a:r>
            <a:r>
              <a:rPr b="0" lang="en-US" sz="861">
                <a:latin typeface="Arial"/>
                <a:ea typeface="Arial"/>
                <a:cs typeface="Arial"/>
                <a:sym typeface="Arial"/>
              </a:rPr>
              <a:t> – Discover the most desired amenities and factors influencing high ratings.</a:t>
            </a:r>
            <a:br>
              <a:rPr b="0" lang="en-US" sz="861">
                <a:latin typeface="Arial"/>
                <a:ea typeface="Arial"/>
                <a:cs typeface="Arial"/>
                <a:sym typeface="Arial"/>
              </a:rPr>
            </a:br>
            <a:endParaRPr b="0" sz="861">
              <a:latin typeface="Arial"/>
              <a:ea typeface="Arial"/>
              <a:cs typeface="Arial"/>
              <a:sym typeface="Arial"/>
            </a:endParaRPr>
          </a:p>
          <a:p>
            <a:pPr indent="-277812" lvl="0" marL="457200" rtl="0" algn="l">
              <a:lnSpc>
                <a:spcPct val="115000"/>
              </a:lnSpc>
              <a:spcBef>
                <a:spcPts val="0"/>
              </a:spcBef>
              <a:spcAft>
                <a:spcPts val="0"/>
              </a:spcAft>
              <a:buSzPct val="100000"/>
              <a:buFont typeface="Arial"/>
              <a:buAutoNum type="arabicPeriod"/>
            </a:pPr>
            <a:r>
              <a:rPr lang="en-US" sz="861">
                <a:latin typeface="Arial"/>
                <a:ea typeface="Arial"/>
                <a:cs typeface="Arial"/>
                <a:sym typeface="Arial"/>
              </a:rPr>
              <a:t>Host Performance</a:t>
            </a:r>
            <a:r>
              <a:rPr b="0" lang="en-US" sz="861">
                <a:latin typeface="Arial"/>
                <a:ea typeface="Arial"/>
                <a:cs typeface="Arial"/>
                <a:sym typeface="Arial"/>
              </a:rPr>
              <a:t> – Examine what top hosts do well, the role of responsiveness, and common guest complaints.</a:t>
            </a:r>
            <a:endParaRPr b="0" sz="861">
              <a:latin typeface="Arial"/>
              <a:ea typeface="Arial"/>
              <a:cs typeface="Arial"/>
              <a:sym typeface="Arial"/>
            </a:endParaRPr>
          </a:p>
          <a:p>
            <a:pPr indent="0" lvl="0" marL="0" rtl="0" algn="l">
              <a:lnSpc>
                <a:spcPct val="115000"/>
              </a:lnSpc>
              <a:spcBef>
                <a:spcPts val="1200"/>
              </a:spcBef>
              <a:spcAft>
                <a:spcPts val="0"/>
              </a:spcAft>
              <a:buNone/>
            </a:pPr>
            <a:r>
              <a:rPr lang="en-US" sz="861">
                <a:latin typeface="Arial"/>
                <a:ea typeface="Arial"/>
                <a:cs typeface="Arial"/>
                <a:sym typeface="Arial"/>
              </a:rPr>
              <a:t>Future Scope:</a:t>
            </a:r>
            <a:endParaRPr sz="861">
              <a:latin typeface="Arial"/>
              <a:ea typeface="Arial"/>
              <a:cs typeface="Arial"/>
              <a:sym typeface="Arial"/>
            </a:endParaRPr>
          </a:p>
          <a:p>
            <a:pPr indent="0" lvl="0" marL="0" rtl="0" algn="l">
              <a:lnSpc>
                <a:spcPct val="115000"/>
              </a:lnSpc>
              <a:spcBef>
                <a:spcPts val="1200"/>
              </a:spcBef>
              <a:spcAft>
                <a:spcPts val="0"/>
              </a:spcAft>
              <a:buNone/>
            </a:pPr>
            <a:r>
              <a:rPr b="0" lang="en-US" sz="861">
                <a:latin typeface="Arial"/>
                <a:ea typeface="Arial"/>
                <a:cs typeface="Arial"/>
                <a:sym typeface="Arial"/>
              </a:rPr>
              <a:t>Future Directions: Develop advanced predictive models, personalize guest recommendations, implement dynamic pricing strategies, and integrate external data sources.</a:t>
            </a:r>
            <a:endParaRPr b="0" sz="861">
              <a:latin typeface="Arial"/>
              <a:ea typeface="Arial"/>
              <a:cs typeface="Arial"/>
              <a:sym typeface="Arial"/>
            </a:endParaRPr>
          </a:p>
          <a:p>
            <a:pPr indent="0" lvl="0" marL="0" rtl="0" algn="l">
              <a:lnSpc>
                <a:spcPct val="115000"/>
              </a:lnSpc>
              <a:spcBef>
                <a:spcPts val="1200"/>
              </a:spcBef>
              <a:spcAft>
                <a:spcPts val="0"/>
              </a:spcAft>
              <a:buNone/>
            </a:pPr>
            <a:r>
              <a:rPr b="0" lang="en-US" sz="861">
                <a:latin typeface="Arial"/>
                <a:ea typeface="Arial"/>
                <a:cs typeface="Arial"/>
                <a:sym typeface="Arial"/>
              </a:rPr>
              <a:t>The project can be expanded in the future through:</a:t>
            </a:r>
            <a:endParaRPr b="0" sz="861">
              <a:latin typeface="Arial"/>
              <a:ea typeface="Arial"/>
              <a:cs typeface="Arial"/>
              <a:sym typeface="Arial"/>
            </a:endParaRPr>
          </a:p>
          <a:p>
            <a:pPr indent="-277812" lvl="0" marL="457200" rtl="0" algn="l">
              <a:lnSpc>
                <a:spcPct val="115000"/>
              </a:lnSpc>
              <a:spcBef>
                <a:spcPts val="1200"/>
              </a:spcBef>
              <a:spcAft>
                <a:spcPts val="0"/>
              </a:spcAft>
              <a:buSzPct val="100000"/>
              <a:buFont typeface="Arial"/>
              <a:buChar char="●"/>
            </a:pPr>
            <a:r>
              <a:rPr lang="en-US" sz="861">
                <a:latin typeface="Arial"/>
                <a:ea typeface="Arial"/>
                <a:cs typeface="Arial"/>
                <a:sym typeface="Arial"/>
              </a:rPr>
              <a:t>Predictive Analytics</a:t>
            </a:r>
            <a:r>
              <a:rPr b="0" lang="en-US" sz="861">
                <a:latin typeface="Arial"/>
                <a:ea typeface="Arial"/>
                <a:cs typeface="Arial"/>
                <a:sym typeface="Arial"/>
              </a:rPr>
              <a:t> : forecast booking trends and pricing using machine learning.</a:t>
            </a:r>
            <a:br>
              <a:rPr b="0" lang="en-US" sz="861">
                <a:latin typeface="Arial"/>
                <a:ea typeface="Arial"/>
                <a:cs typeface="Arial"/>
                <a:sym typeface="Arial"/>
              </a:rPr>
            </a:br>
            <a:endParaRPr b="0" sz="861">
              <a:latin typeface="Arial"/>
              <a:ea typeface="Arial"/>
              <a:cs typeface="Arial"/>
              <a:sym typeface="Arial"/>
            </a:endParaRPr>
          </a:p>
          <a:p>
            <a:pPr indent="-277812" lvl="0" marL="457200" rtl="0" algn="l">
              <a:lnSpc>
                <a:spcPct val="115000"/>
              </a:lnSpc>
              <a:spcBef>
                <a:spcPts val="0"/>
              </a:spcBef>
              <a:spcAft>
                <a:spcPts val="0"/>
              </a:spcAft>
              <a:buSzPct val="100000"/>
              <a:buFont typeface="Arial"/>
              <a:buChar char="●"/>
            </a:pPr>
            <a:r>
              <a:rPr lang="en-US" sz="861">
                <a:latin typeface="Arial"/>
                <a:ea typeface="Arial"/>
                <a:cs typeface="Arial"/>
                <a:sym typeface="Arial"/>
              </a:rPr>
              <a:t>Personalized Recommendations</a:t>
            </a:r>
            <a:r>
              <a:rPr b="0" lang="en-US" sz="861">
                <a:latin typeface="Arial"/>
                <a:ea typeface="Arial"/>
                <a:cs typeface="Arial"/>
                <a:sym typeface="Arial"/>
              </a:rPr>
              <a:t>: for guests based on past behavior.</a:t>
            </a:r>
            <a:br>
              <a:rPr b="0" lang="en-US" sz="861">
                <a:latin typeface="Arial"/>
                <a:ea typeface="Arial"/>
                <a:cs typeface="Arial"/>
                <a:sym typeface="Arial"/>
              </a:rPr>
            </a:br>
            <a:endParaRPr b="0" sz="861">
              <a:latin typeface="Arial"/>
              <a:ea typeface="Arial"/>
              <a:cs typeface="Arial"/>
              <a:sym typeface="Arial"/>
            </a:endParaRPr>
          </a:p>
          <a:p>
            <a:pPr indent="-277812" lvl="0" marL="457200" rtl="0" algn="l">
              <a:lnSpc>
                <a:spcPct val="115000"/>
              </a:lnSpc>
              <a:spcBef>
                <a:spcPts val="0"/>
              </a:spcBef>
              <a:spcAft>
                <a:spcPts val="0"/>
              </a:spcAft>
              <a:buSzPct val="100000"/>
              <a:buFont typeface="Arial"/>
              <a:buChar char="●"/>
            </a:pPr>
            <a:r>
              <a:rPr lang="en-US" sz="861">
                <a:latin typeface="Arial"/>
                <a:ea typeface="Arial"/>
                <a:cs typeface="Arial"/>
                <a:sym typeface="Arial"/>
              </a:rPr>
              <a:t>Dynamic Pricing Models</a:t>
            </a:r>
            <a:r>
              <a:rPr b="0" lang="en-US" sz="861">
                <a:latin typeface="Arial"/>
                <a:ea typeface="Arial"/>
                <a:cs typeface="Arial"/>
                <a:sym typeface="Arial"/>
              </a:rPr>
              <a:t>: adjust rates in real time based on market demand and competition.</a:t>
            </a:r>
            <a:br>
              <a:rPr b="0" lang="en-US" sz="861">
                <a:latin typeface="Arial"/>
                <a:ea typeface="Arial"/>
                <a:cs typeface="Arial"/>
                <a:sym typeface="Arial"/>
              </a:rPr>
            </a:br>
            <a:endParaRPr b="0" sz="861">
              <a:latin typeface="Arial"/>
              <a:ea typeface="Arial"/>
              <a:cs typeface="Arial"/>
              <a:sym typeface="Arial"/>
            </a:endParaRPr>
          </a:p>
          <a:p>
            <a:pPr indent="-277812" lvl="0" marL="457200" rtl="0" algn="l">
              <a:lnSpc>
                <a:spcPct val="115000"/>
              </a:lnSpc>
              <a:spcBef>
                <a:spcPts val="0"/>
              </a:spcBef>
              <a:spcAft>
                <a:spcPts val="0"/>
              </a:spcAft>
              <a:buSzPct val="100000"/>
              <a:buFont typeface="Arial"/>
              <a:buChar char="●"/>
            </a:pPr>
            <a:r>
              <a:rPr lang="en-US" sz="861">
                <a:latin typeface="Arial"/>
                <a:ea typeface="Arial"/>
                <a:cs typeface="Arial"/>
                <a:sym typeface="Arial"/>
              </a:rPr>
              <a:t>Geospatial Analysis</a:t>
            </a:r>
            <a:r>
              <a:rPr b="0" lang="en-US" sz="861">
                <a:latin typeface="Arial"/>
                <a:ea typeface="Arial"/>
                <a:cs typeface="Arial"/>
                <a:sym typeface="Arial"/>
              </a:rPr>
              <a:t>: examine how location impacts bookings and guest preferences.</a:t>
            </a:r>
            <a:br>
              <a:rPr b="0" lang="en-US" sz="861">
                <a:latin typeface="Arial"/>
                <a:ea typeface="Arial"/>
                <a:cs typeface="Arial"/>
                <a:sym typeface="Arial"/>
              </a:rPr>
            </a:br>
            <a:endParaRPr b="0" sz="861">
              <a:latin typeface="Arial"/>
              <a:ea typeface="Arial"/>
              <a:cs typeface="Arial"/>
              <a:sym typeface="Arial"/>
            </a:endParaRPr>
          </a:p>
          <a:p>
            <a:pPr indent="-277812" lvl="0" marL="457200" rtl="0" algn="l">
              <a:lnSpc>
                <a:spcPct val="115000"/>
              </a:lnSpc>
              <a:spcBef>
                <a:spcPts val="0"/>
              </a:spcBef>
              <a:spcAft>
                <a:spcPts val="0"/>
              </a:spcAft>
              <a:buSzPct val="100000"/>
              <a:buFont typeface="Arial"/>
              <a:buChar char="●"/>
            </a:pPr>
            <a:r>
              <a:rPr lang="en-US" sz="861">
                <a:latin typeface="Arial"/>
                <a:ea typeface="Arial"/>
                <a:cs typeface="Arial"/>
                <a:sym typeface="Arial"/>
              </a:rPr>
              <a:t>External Data Integration</a:t>
            </a:r>
            <a:r>
              <a:rPr b="0" lang="en-US" sz="861">
                <a:latin typeface="Arial"/>
                <a:ea typeface="Arial"/>
                <a:cs typeface="Arial"/>
                <a:sym typeface="Arial"/>
              </a:rPr>
              <a:t>: events, weather, and economic trends to improve analysis accuracy.</a:t>
            </a:r>
            <a:br>
              <a:rPr b="0" lang="en-US" sz="861">
                <a:latin typeface="Arial"/>
                <a:ea typeface="Arial"/>
                <a:cs typeface="Arial"/>
                <a:sym typeface="Arial"/>
              </a:rPr>
            </a:br>
            <a:endParaRPr b="0" sz="861">
              <a:latin typeface="Arial"/>
              <a:ea typeface="Arial"/>
              <a:cs typeface="Arial"/>
              <a:sym typeface="Arial"/>
            </a:endParaRPr>
          </a:p>
          <a:p>
            <a:pPr indent="-291465" lvl="0" marL="457200" rtl="0" algn="l">
              <a:lnSpc>
                <a:spcPct val="115000"/>
              </a:lnSpc>
              <a:spcBef>
                <a:spcPts val="0"/>
              </a:spcBef>
              <a:spcAft>
                <a:spcPts val="0"/>
              </a:spcAft>
              <a:buSzPct val="127742"/>
              <a:buFont typeface="Arial"/>
              <a:buChar char="●"/>
            </a:pPr>
            <a:r>
              <a:rPr lang="en-US" sz="861">
                <a:latin typeface="Arial"/>
                <a:ea typeface="Arial"/>
                <a:cs typeface="Arial"/>
                <a:sym typeface="Arial"/>
              </a:rPr>
              <a:t>Behavioral Analysis</a:t>
            </a:r>
            <a:r>
              <a:rPr b="0" lang="en-US" sz="861">
                <a:latin typeface="Arial"/>
                <a:ea typeface="Arial"/>
                <a:cs typeface="Arial"/>
                <a:sym typeface="Arial"/>
              </a:rPr>
              <a:t>: study long-term host and guest behavior trends and identify shifts in the hospitality market.</a:t>
            </a:r>
            <a:br>
              <a:rPr b="0" lang="en-US" sz="1100">
                <a:latin typeface="Arial"/>
                <a:ea typeface="Arial"/>
                <a:cs typeface="Arial"/>
                <a:sym typeface="Arial"/>
              </a:rPr>
            </a:br>
            <a:endParaRPr b="0" sz="1100">
              <a:latin typeface="Arial"/>
              <a:ea typeface="Arial"/>
              <a:cs typeface="Arial"/>
              <a:sym typeface="Arial"/>
            </a:endParaRPr>
          </a:p>
          <a:p>
            <a:pPr indent="0" lvl="0" marL="0" rtl="0" algn="l">
              <a:lnSpc>
                <a:spcPct val="115000"/>
              </a:lnSpc>
              <a:spcBef>
                <a:spcPts val="1200"/>
              </a:spcBef>
              <a:spcAft>
                <a:spcPts val="0"/>
              </a:spcAft>
              <a:buNone/>
            </a:pPr>
            <a:r>
              <a:t/>
            </a:r>
            <a:endParaRPr b="0" sz="1100">
              <a:latin typeface="Arial"/>
              <a:ea typeface="Arial"/>
              <a:cs typeface="Arial"/>
              <a:sym typeface="Arial"/>
            </a:endParaRPr>
          </a:p>
          <a:p>
            <a:pPr indent="0" lvl="0" marL="0" rtl="0" algn="l">
              <a:lnSpc>
                <a:spcPct val="115000"/>
              </a:lnSpc>
              <a:spcBef>
                <a:spcPts val="1200"/>
              </a:spcBef>
              <a:spcAft>
                <a:spcPts val="0"/>
              </a:spcAft>
              <a:buNone/>
            </a:pPr>
            <a:r>
              <a:t/>
            </a:r>
            <a:endParaRPr b="0" sz="1100">
              <a:latin typeface="Arial"/>
              <a:ea typeface="Arial"/>
              <a:cs typeface="Arial"/>
              <a:sym typeface="Arial"/>
            </a:endParaRPr>
          </a:p>
          <a:p>
            <a:pPr indent="0" lvl="0" marL="0" rtl="0" algn="l">
              <a:lnSpc>
                <a:spcPct val="115000"/>
              </a:lnSpc>
              <a:spcBef>
                <a:spcPts val="1200"/>
              </a:spcBef>
              <a:spcAft>
                <a:spcPts val="0"/>
              </a:spcAft>
              <a:buNone/>
            </a:pPr>
            <a:r>
              <a:t/>
            </a:r>
            <a:endParaRPr b="0" sz="1100">
              <a:latin typeface="Arial"/>
              <a:ea typeface="Arial"/>
              <a:cs typeface="Arial"/>
              <a:sym typeface="Arial"/>
            </a:endParaRPr>
          </a:p>
          <a:p>
            <a:pPr indent="0" lvl="0" marL="0" rtl="0" algn="l">
              <a:lnSpc>
                <a:spcPct val="115000"/>
              </a:lnSpc>
              <a:spcBef>
                <a:spcPts val="1200"/>
              </a:spcBef>
              <a:spcAft>
                <a:spcPts val="0"/>
              </a:spcAft>
              <a:buClr>
                <a:schemeClr val="dk1"/>
              </a:buClr>
              <a:buSzPct val="100000"/>
              <a:buFont typeface="Arial"/>
              <a:buNone/>
            </a:pPr>
            <a:r>
              <a:t/>
            </a:r>
            <a:endParaRPr b="0" sz="1100">
              <a:latin typeface="Arial"/>
              <a:ea typeface="Arial"/>
              <a:cs typeface="Arial"/>
              <a:sym typeface="Arial"/>
            </a:endParaRPr>
          </a:p>
          <a:p>
            <a:pPr indent="0" lvl="0" marL="0" rtl="0" algn="l">
              <a:lnSpc>
                <a:spcPct val="115000"/>
              </a:lnSpc>
              <a:spcBef>
                <a:spcPts val="1200"/>
              </a:spcBef>
              <a:spcAft>
                <a:spcPts val="0"/>
              </a:spcAft>
              <a:buClr>
                <a:schemeClr val="dk1"/>
              </a:buClr>
              <a:buSzPct val="100000"/>
              <a:buFont typeface="Arial"/>
              <a:buNone/>
            </a:pPr>
            <a:r>
              <a:t/>
            </a:r>
            <a:endParaRPr b="0" sz="1100">
              <a:latin typeface="Arial"/>
              <a:ea typeface="Arial"/>
              <a:cs typeface="Arial"/>
              <a:sym typeface="Arial"/>
            </a:endParaRPr>
          </a:p>
          <a:p>
            <a:pPr indent="0" lvl="0" marL="0" rtl="0" algn="l">
              <a:spcBef>
                <a:spcPts val="1200"/>
              </a:spcBef>
              <a:spcAft>
                <a:spcPts val="0"/>
              </a:spcAft>
              <a:buClr>
                <a:schemeClr val="dk1"/>
              </a:buClr>
              <a:buSzPct val="100000"/>
              <a:buFont typeface="Trebuchet MS"/>
              <a:buNone/>
            </a:pPr>
            <a:r>
              <a:rPr lang="en-US"/>
              <a:t> </a:t>
            </a:r>
            <a:br>
              <a:rPr lang="en-US"/>
            </a:br>
            <a:endParaRPr/>
          </a:p>
        </p:txBody>
      </p:sp>
      <p:pic>
        <p:nvPicPr>
          <p:cNvPr id="214" name="Google Shape;214;p3"/>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pic>
        <p:nvPicPr>
          <p:cNvPr id="215" name="Google Shape;215;p3"/>
          <p:cNvPicPr preferRelativeResize="0"/>
          <p:nvPr/>
        </p:nvPicPr>
        <p:blipFill rotWithShape="1">
          <a:blip r:embed="rId4">
            <a:alphaModFix/>
          </a:blip>
          <a:srcRect b="0" l="0" r="0" t="0"/>
          <a:stretch/>
        </p:blipFill>
        <p:spPr>
          <a:xfrm>
            <a:off x="467359" y="6410461"/>
            <a:ext cx="3706253" cy="29609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13"/>
                                        </p:tgtEl>
                                        <p:attrNameLst>
                                          <p:attrName>style.visibility</p:attrName>
                                        </p:attrNameLst>
                                      </p:cBhvr>
                                      <p:to>
                                        <p:strVal val="visible"/>
                                      </p:to>
                                    </p:set>
                                    <p:anim calcmode="lin" valueType="num">
                                      <p:cBhvr additive="base">
                                        <p:cTn dur="500"/>
                                        <p:tgtEl>
                                          <p:spTgt spid="213"/>
                                        </p:tgtEl>
                                        <p:attrNameLst>
                                          <p:attrName>ppt_w</p:attrName>
                                        </p:attrNameLst>
                                      </p:cBhvr>
                                      <p:tavLst>
                                        <p:tav fmla="" tm="0">
                                          <p:val>
                                            <p:strVal val="0"/>
                                          </p:val>
                                        </p:tav>
                                        <p:tav fmla="" tm="100000">
                                          <p:val>
                                            <p:strVal val="#ppt_w"/>
                                          </p:val>
                                        </p:tav>
                                      </p:tavLst>
                                    </p:anim>
                                    <p:anim calcmode="lin" valueType="num">
                                      <p:cBhvr additive="base">
                                        <p:cTn dur="500"/>
                                        <p:tgtEl>
                                          <p:spTgt spid="213"/>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4"/>
          <p:cNvSpPr txBox="1"/>
          <p:nvPr>
            <p:ph idx="1" type="body"/>
          </p:nvPr>
        </p:nvSpPr>
        <p:spPr>
          <a:xfrm>
            <a:off x="721359" y="1991360"/>
            <a:ext cx="7904481" cy="3990023"/>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115000"/>
              </a:lnSpc>
              <a:spcBef>
                <a:spcPts val="1800"/>
              </a:spcBef>
              <a:spcAft>
                <a:spcPts val="0"/>
              </a:spcAft>
              <a:buClr>
                <a:schemeClr val="dk1"/>
              </a:buClr>
              <a:buSzPts val="1100"/>
              <a:buFont typeface="Arial"/>
              <a:buNone/>
            </a:pPr>
            <a:r>
              <a:t/>
            </a:r>
            <a:endParaRPr b="1" sz="1700">
              <a:solidFill>
                <a:schemeClr val="dk1"/>
              </a:solidFill>
              <a:latin typeface="Arial"/>
              <a:ea typeface="Arial"/>
              <a:cs typeface="Arial"/>
              <a:sym typeface="Arial"/>
            </a:endParaRPr>
          </a:p>
          <a:p>
            <a:pPr indent="-349250" lvl="0" marL="457200" rtl="0" algn="l">
              <a:lnSpc>
                <a:spcPct val="115000"/>
              </a:lnSpc>
              <a:spcBef>
                <a:spcPts val="1400"/>
              </a:spcBef>
              <a:spcAft>
                <a:spcPts val="0"/>
              </a:spcAft>
              <a:buClr>
                <a:schemeClr val="dk1"/>
              </a:buClr>
              <a:buSzPts val="1900"/>
              <a:buFont typeface="Arial"/>
              <a:buChar char="❏"/>
            </a:pPr>
            <a:r>
              <a:rPr lang="en-US" sz="1900">
                <a:solidFill>
                  <a:schemeClr val="dk1"/>
                </a:solidFill>
                <a:latin typeface="Arial"/>
                <a:ea typeface="Arial"/>
                <a:cs typeface="Arial"/>
                <a:sym typeface="Arial"/>
              </a:rPr>
              <a:t>Airbnb Hosts</a:t>
            </a:r>
            <a:endParaRPr sz="1900">
              <a:solidFill>
                <a:schemeClr val="dk1"/>
              </a:solidFill>
              <a:latin typeface="Arial"/>
              <a:ea typeface="Arial"/>
              <a:cs typeface="Arial"/>
              <a:sym typeface="Arial"/>
            </a:endParaRPr>
          </a:p>
          <a:p>
            <a:pPr indent="-349250" lvl="0" marL="457200" rtl="0" algn="l">
              <a:lnSpc>
                <a:spcPct val="115000"/>
              </a:lnSpc>
              <a:spcBef>
                <a:spcPts val="0"/>
              </a:spcBef>
              <a:spcAft>
                <a:spcPts val="0"/>
              </a:spcAft>
              <a:buClr>
                <a:schemeClr val="dk1"/>
              </a:buClr>
              <a:buSzPts val="1900"/>
              <a:buFont typeface="Arial"/>
              <a:buChar char="❏"/>
            </a:pPr>
            <a:r>
              <a:rPr lang="en-US" sz="1900">
                <a:solidFill>
                  <a:schemeClr val="dk1"/>
                </a:solidFill>
                <a:latin typeface="Arial"/>
                <a:ea typeface="Arial"/>
                <a:cs typeface="Arial"/>
                <a:sym typeface="Arial"/>
              </a:rPr>
              <a:t>Airbnb (Platform)</a:t>
            </a:r>
            <a:endParaRPr sz="1900">
              <a:solidFill>
                <a:schemeClr val="dk1"/>
              </a:solidFill>
              <a:latin typeface="Arial"/>
              <a:ea typeface="Arial"/>
              <a:cs typeface="Arial"/>
              <a:sym typeface="Arial"/>
            </a:endParaRPr>
          </a:p>
          <a:p>
            <a:pPr indent="-349250" lvl="0" marL="457200" rtl="0" algn="l">
              <a:lnSpc>
                <a:spcPct val="115000"/>
              </a:lnSpc>
              <a:spcBef>
                <a:spcPts val="0"/>
              </a:spcBef>
              <a:spcAft>
                <a:spcPts val="0"/>
              </a:spcAft>
              <a:buClr>
                <a:schemeClr val="dk1"/>
              </a:buClr>
              <a:buSzPts val="1900"/>
              <a:buFont typeface="Arial"/>
              <a:buChar char="❏"/>
            </a:pPr>
            <a:r>
              <a:rPr lang="en-US" sz="1900">
                <a:solidFill>
                  <a:schemeClr val="dk1"/>
                </a:solidFill>
                <a:latin typeface="Arial"/>
                <a:ea typeface="Arial"/>
                <a:cs typeface="Arial"/>
                <a:sym typeface="Arial"/>
              </a:rPr>
              <a:t>Prospective Hosts/Property Investors</a:t>
            </a:r>
            <a:endParaRPr sz="1900">
              <a:solidFill>
                <a:schemeClr val="dk1"/>
              </a:solidFill>
              <a:latin typeface="Arial"/>
              <a:ea typeface="Arial"/>
              <a:cs typeface="Arial"/>
              <a:sym typeface="Arial"/>
            </a:endParaRPr>
          </a:p>
          <a:p>
            <a:pPr indent="-349250" lvl="0" marL="457200" rtl="0" algn="l">
              <a:lnSpc>
                <a:spcPct val="115000"/>
              </a:lnSpc>
              <a:spcBef>
                <a:spcPts val="0"/>
              </a:spcBef>
              <a:spcAft>
                <a:spcPts val="0"/>
              </a:spcAft>
              <a:buClr>
                <a:schemeClr val="dk1"/>
              </a:buClr>
              <a:buSzPts val="1900"/>
              <a:buFont typeface="Arial"/>
              <a:buChar char="❏"/>
            </a:pPr>
            <a:r>
              <a:rPr lang="en-US" sz="1900">
                <a:solidFill>
                  <a:schemeClr val="dk1"/>
                </a:solidFill>
                <a:latin typeface="Arial"/>
                <a:ea typeface="Arial"/>
                <a:cs typeface="Arial"/>
                <a:sym typeface="Arial"/>
              </a:rPr>
              <a:t>Guests (Travelers)</a:t>
            </a:r>
            <a:endParaRPr sz="1900">
              <a:solidFill>
                <a:schemeClr val="dk1"/>
              </a:solidFill>
              <a:latin typeface="Arial"/>
              <a:ea typeface="Arial"/>
              <a:cs typeface="Arial"/>
              <a:sym typeface="Arial"/>
            </a:endParaRPr>
          </a:p>
          <a:p>
            <a:pPr indent="-349250" lvl="0" marL="457200" rtl="0" algn="l">
              <a:lnSpc>
                <a:spcPct val="115000"/>
              </a:lnSpc>
              <a:spcBef>
                <a:spcPts val="0"/>
              </a:spcBef>
              <a:spcAft>
                <a:spcPts val="0"/>
              </a:spcAft>
              <a:buClr>
                <a:schemeClr val="dk1"/>
              </a:buClr>
              <a:buSzPts val="1900"/>
              <a:buFont typeface="Arial"/>
              <a:buChar char="❏"/>
            </a:pPr>
            <a:r>
              <a:rPr lang="en-US" sz="1900">
                <a:solidFill>
                  <a:schemeClr val="dk1"/>
                </a:solidFill>
                <a:latin typeface="Arial"/>
                <a:ea typeface="Arial"/>
                <a:cs typeface="Arial"/>
                <a:sym typeface="Arial"/>
              </a:rPr>
              <a:t>Data Analysts &amp; Researchers</a:t>
            </a:r>
            <a:endParaRPr sz="1900">
              <a:solidFill>
                <a:schemeClr val="dk1"/>
              </a:solidFill>
              <a:latin typeface="Arial"/>
              <a:ea typeface="Arial"/>
              <a:cs typeface="Arial"/>
              <a:sym typeface="Arial"/>
            </a:endParaRPr>
          </a:p>
          <a:p>
            <a:pPr indent="-349250" lvl="0" marL="457200" rtl="0" algn="l">
              <a:lnSpc>
                <a:spcPct val="115000"/>
              </a:lnSpc>
              <a:spcBef>
                <a:spcPts val="0"/>
              </a:spcBef>
              <a:spcAft>
                <a:spcPts val="0"/>
              </a:spcAft>
              <a:buClr>
                <a:schemeClr val="dk1"/>
              </a:buClr>
              <a:buSzPts val="1900"/>
              <a:buFont typeface="Arial"/>
              <a:buChar char="❏"/>
            </a:pPr>
            <a:r>
              <a:rPr lang="en-US" sz="1900">
                <a:solidFill>
                  <a:schemeClr val="dk1"/>
                </a:solidFill>
                <a:latin typeface="Arial"/>
                <a:ea typeface="Arial"/>
                <a:cs typeface="Arial"/>
                <a:sym typeface="Arial"/>
              </a:rPr>
              <a:t>Tourism &amp; Hospitality Stakeholders</a:t>
            </a:r>
            <a:endParaRPr sz="1900">
              <a:solidFill>
                <a:schemeClr val="dk1"/>
              </a:solidFill>
              <a:latin typeface="Arial"/>
              <a:ea typeface="Arial"/>
              <a:cs typeface="Arial"/>
              <a:sym typeface="Arial"/>
            </a:endParaRPr>
          </a:p>
          <a:p>
            <a:pPr indent="0" lvl="0" marL="457200" rtl="0" algn="l">
              <a:lnSpc>
                <a:spcPct val="115000"/>
              </a:lnSpc>
              <a:spcBef>
                <a:spcPts val="1200"/>
              </a:spcBef>
              <a:spcAft>
                <a:spcPts val="0"/>
              </a:spcAft>
              <a:buNone/>
            </a:pPr>
            <a:br>
              <a:rPr lang="en-US" sz="1100">
                <a:solidFill>
                  <a:schemeClr val="dk1"/>
                </a:solidFill>
                <a:latin typeface="Arial"/>
                <a:ea typeface="Arial"/>
                <a:cs typeface="Arial"/>
                <a:sym typeface="Arial"/>
              </a:rPr>
            </a:br>
            <a:endParaRPr sz="1100">
              <a:solidFill>
                <a:schemeClr val="dk1"/>
              </a:solidFill>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t/>
            </a:r>
            <a:endParaRPr sz="1100">
              <a:solidFill>
                <a:schemeClr val="dk1"/>
              </a:solidFill>
              <a:latin typeface="Arial"/>
              <a:ea typeface="Arial"/>
              <a:cs typeface="Arial"/>
              <a:sym typeface="Arial"/>
            </a:endParaRPr>
          </a:p>
          <a:p>
            <a:pPr indent="0" lvl="0" marL="182880" rtl="0" algn="just">
              <a:lnSpc>
                <a:spcPct val="150000"/>
              </a:lnSpc>
              <a:spcBef>
                <a:spcPts val="0"/>
              </a:spcBef>
              <a:spcAft>
                <a:spcPts val="0"/>
              </a:spcAft>
              <a:buSzPts val="2880"/>
              <a:buNone/>
            </a:pPr>
            <a:r>
              <a:t/>
            </a:r>
            <a:endParaRPr sz="3600"/>
          </a:p>
        </p:txBody>
      </p:sp>
      <p:sp>
        <p:nvSpPr>
          <p:cNvPr id="221" name="Google Shape;221;p4"/>
          <p:cNvSpPr txBox="1"/>
          <p:nvPr>
            <p:ph type="title"/>
          </p:nvPr>
        </p:nvSpPr>
        <p:spPr>
          <a:xfrm>
            <a:off x="620008" y="876617"/>
            <a:ext cx="10046070" cy="802641"/>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3200"/>
              <a:buFont typeface="Trebuchet MS"/>
              <a:buNone/>
            </a:pPr>
            <a:r>
              <a:rPr lang="en-US" sz="3200"/>
              <a:t>WHO ARE THE END USERS?</a:t>
            </a:r>
            <a:endParaRPr sz="2000"/>
          </a:p>
        </p:txBody>
      </p:sp>
      <p:pic>
        <p:nvPicPr>
          <p:cNvPr id="222" name="Google Shape;222;p4"/>
          <p:cNvPicPr preferRelativeResize="0"/>
          <p:nvPr/>
        </p:nvPicPr>
        <p:blipFill rotWithShape="1">
          <a:blip r:embed="rId3">
            <a:alphaModFix/>
          </a:blip>
          <a:srcRect b="0" l="0" r="0" t="0"/>
          <a:stretch/>
        </p:blipFill>
        <p:spPr>
          <a:xfrm>
            <a:off x="721359" y="6176804"/>
            <a:ext cx="2181225" cy="4857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21"/>
                                        </p:tgtEl>
                                        <p:attrNameLst>
                                          <p:attrName>style.visibility</p:attrName>
                                        </p:attrNameLst>
                                      </p:cBhvr>
                                      <p:to>
                                        <p:strVal val="visible"/>
                                      </p:to>
                                    </p:set>
                                    <p:anim calcmode="lin" valueType="num">
                                      <p:cBhvr additive="base">
                                        <p:cTn dur="500"/>
                                        <p:tgtEl>
                                          <p:spTgt spid="221"/>
                                        </p:tgtEl>
                                        <p:attrNameLst>
                                          <p:attrName>ppt_w</p:attrName>
                                        </p:attrNameLst>
                                      </p:cBhvr>
                                      <p:tavLst>
                                        <p:tav fmla="" tm="0">
                                          <p:val>
                                            <p:strVal val="0"/>
                                          </p:val>
                                        </p:tav>
                                        <p:tav fmla="" tm="100000">
                                          <p:val>
                                            <p:strVal val="#ppt_w"/>
                                          </p:val>
                                        </p:tav>
                                      </p:tavLst>
                                    </p:anim>
                                    <p:anim calcmode="lin" valueType="num">
                                      <p:cBhvr additive="base">
                                        <p:cTn dur="500"/>
                                        <p:tgtEl>
                                          <p:spTgt spid="221"/>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0">
                                            <p:txEl>
                                              <p:pRg end="0" st="0"/>
                                            </p:txEl>
                                          </p:spTgt>
                                        </p:tgtEl>
                                        <p:attrNameLst>
                                          <p:attrName>style.visibility</p:attrName>
                                        </p:attrNameLst>
                                      </p:cBhvr>
                                      <p:to>
                                        <p:strVal val="visible"/>
                                      </p:to>
                                    </p:set>
                                    <p:animEffect filter="fade" transition="in">
                                      <p:cBhvr>
                                        <p:cTn dur="1000"/>
                                        <p:tgtEl>
                                          <p:spTgt spid="22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0">
                                            <p:txEl>
                                              <p:pRg end="1" st="1"/>
                                            </p:txEl>
                                          </p:spTgt>
                                        </p:tgtEl>
                                        <p:attrNameLst>
                                          <p:attrName>style.visibility</p:attrName>
                                        </p:attrNameLst>
                                      </p:cBhvr>
                                      <p:to>
                                        <p:strVal val="visible"/>
                                      </p:to>
                                    </p:set>
                                    <p:animEffect filter="fade" transition="in">
                                      <p:cBhvr>
                                        <p:cTn dur="1000"/>
                                        <p:tgtEl>
                                          <p:spTgt spid="22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0">
                                            <p:txEl>
                                              <p:pRg end="2" st="2"/>
                                            </p:txEl>
                                          </p:spTgt>
                                        </p:tgtEl>
                                        <p:attrNameLst>
                                          <p:attrName>style.visibility</p:attrName>
                                        </p:attrNameLst>
                                      </p:cBhvr>
                                      <p:to>
                                        <p:strVal val="visible"/>
                                      </p:to>
                                    </p:set>
                                    <p:animEffect filter="fade" transition="in">
                                      <p:cBhvr>
                                        <p:cTn dur="1000"/>
                                        <p:tgtEl>
                                          <p:spTgt spid="22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0">
                                            <p:txEl>
                                              <p:pRg end="3" st="3"/>
                                            </p:txEl>
                                          </p:spTgt>
                                        </p:tgtEl>
                                        <p:attrNameLst>
                                          <p:attrName>style.visibility</p:attrName>
                                        </p:attrNameLst>
                                      </p:cBhvr>
                                      <p:to>
                                        <p:strVal val="visible"/>
                                      </p:to>
                                    </p:set>
                                    <p:animEffect filter="fade" transition="in">
                                      <p:cBhvr>
                                        <p:cTn dur="1000"/>
                                        <p:tgtEl>
                                          <p:spTgt spid="22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0">
                                            <p:txEl>
                                              <p:pRg end="4" st="4"/>
                                            </p:txEl>
                                          </p:spTgt>
                                        </p:tgtEl>
                                        <p:attrNameLst>
                                          <p:attrName>style.visibility</p:attrName>
                                        </p:attrNameLst>
                                      </p:cBhvr>
                                      <p:to>
                                        <p:strVal val="visible"/>
                                      </p:to>
                                    </p:set>
                                    <p:animEffect filter="fade" transition="in">
                                      <p:cBhvr>
                                        <p:cTn dur="1000"/>
                                        <p:tgtEl>
                                          <p:spTgt spid="22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0">
                                            <p:txEl>
                                              <p:pRg end="5" st="5"/>
                                            </p:txEl>
                                          </p:spTgt>
                                        </p:tgtEl>
                                        <p:attrNameLst>
                                          <p:attrName>style.visibility</p:attrName>
                                        </p:attrNameLst>
                                      </p:cBhvr>
                                      <p:to>
                                        <p:strVal val="visible"/>
                                      </p:to>
                                    </p:set>
                                    <p:animEffect filter="fade" transition="in">
                                      <p:cBhvr>
                                        <p:cTn dur="1000"/>
                                        <p:tgtEl>
                                          <p:spTgt spid="220">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0">
                                            <p:txEl>
                                              <p:pRg end="6" st="6"/>
                                            </p:txEl>
                                          </p:spTgt>
                                        </p:tgtEl>
                                        <p:attrNameLst>
                                          <p:attrName>style.visibility</p:attrName>
                                        </p:attrNameLst>
                                      </p:cBhvr>
                                      <p:to>
                                        <p:strVal val="visible"/>
                                      </p:to>
                                    </p:set>
                                    <p:animEffect filter="fade" transition="in">
                                      <p:cBhvr>
                                        <p:cTn dur="1000"/>
                                        <p:tgtEl>
                                          <p:spTgt spid="220">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0">
                                            <p:txEl>
                                              <p:pRg end="7" st="7"/>
                                            </p:txEl>
                                          </p:spTgt>
                                        </p:tgtEl>
                                        <p:attrNameLst>
                                          <p:attrName>style.visibility</p:attrName>
                                        </p:attrNameLst>
                                      </p:cBhvr>
                                      <p:to>
                                        <p:strVal val="visible"/>
                                      </p:to>
                                    </p:set>
                                    <p:animEffect filter="fade" transition="in">
                                      <p:cBhvr>
                                        <p:cTn dur="1000"/>
                                        <p:tgtEl>
                                          <p:spTgt spid="220">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0">
                                            <p:txEl>
                                              <p:pRg end="8" st="8"/>
                                            </p:txEl>
                                          </p:spTgt>
                                        </p:tgtEl>
                                        <p:attrNameLst>
                                          <p:attrName>style.visibility</p:attrName>
                                        </p:attrNameLst>
                                      </p:cBhvr>
                                      <p:to>
                                        <p:strVal val="visible"/>
                                      </p:to>
                                    </p:set>
                                    <p:animEffect filter="fade" transition="in">
                                      <p:cBhvr>
                                        <p:cTn dur="1000"/>
                                        <p:tgtEl>
                                          <p:spTgt spid="220">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0">
                                            <p:txEl>
                                              <p:pRg end="9" st="9"/>
                                            </p:txEl>
                                          </p:spTgt>
                                        </p:tgtEl>
                                        <p:attrNameLst>
                                          <p:attrName>style.visibility</p:attrName>
                                        </p:attrNameLst>
                                      </p:cBhvr>
                                      <p:to>
                                        <p:strVal val="visible"/>
                                      </p:to>
                                    </p:set>
                                    <p:animEffect filter="fade" transition="in">
                                      <p:cBhvr>
                                        <p:cTn dur="1000"/>
                                        <p:tgtEl>
                                          <p:spTgt spid="220">
                                            <p:txEl>
                                              <p:pRg end="9" st="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227" name="Shape 227"/>
        <p:cNvGrpSpPr/>
        <p:nvPr/>
      </p:nvGrpSpPr>
      <p:grpSpPr>
        <a:xfrm>
          <a:off x="0" y="0"/>
          <a:ext cx="0" cy="0"/>
          <a:chOff x="0" y="0"/>
          <a:chExt cx="0" cy="0"/>
        </a:xfrm>
      </p:grpSpPr>
      <p:pic>
        <p:nvPicPr>
          <p:cNvPr id="228" name="Google Shape;228;p5"/>
          <p:cNvPicPr preferRelativeResize="0"/>
          <p:nvPr/>
        </p:nvPicPr>
        <p:blipFill rotWithShape="1">
          <a:blip r:embed="rId3">
            <a:alphaModFix/>
          </a:blip>
          <a:srcRect b="0" l="0" r="0" t="0"/>
          <a:stretch/>
        </p:blipFill>
        <p:spPr>
          <a:xfrm>
            <a:off x="467359" y="6410461"/>
            <a:ext cx="3706253" cy="296092"/>
          </a:xfrm>
          <a:prstGeom prst="rect">
            <a:avLst/>
          </a:prstGeom>
          <a:noFill/>
          <a:ln>
            <a:noFill/>
          </a:ln>
        </p:spPr>
      </p:pic>
      <p:pic>
        <p:nvPicPr>
          <p:cNvPr id="229" name="Google Shape;229;p5"/>
          <p:cNvPicPr preferRelativeResize="0"/>
          <p:nvPr/>
        </p:nvPicPr>
        <p:blipFill rotWithShape="1">
          <a:blip r:embed="rId4">
            <a:alphaModFix/>
          </a:blip>
          <a:srcRect b="0" l="0" r="0" t="0"/>
          <a:stretch/>
        </p:blipFill>
        <p:spPr>
          <a:xfrm flipH="1">
            <a:off x="50800" y="3820160"/>
            <a:ext cx="1727200" cy="3010024"/>
          </a:xfrm>
          <a:prstGeom prst="rect">
            <a:avLst/>
          </a:prstGeom>
          <a:noFill/>
          <a:ln>
            <a:noFill/>
          </a:ln>
        </p:spPr>
      </p:pic>
      <p:sp>
        <p:nvSpPr>
          <p:cNvPr id="230" name="Google Shape;230;p5"/>
          <p:cNvSpPr txBox="1"/>
          <p:nvPr>
            <p:ph idx="1" type="body"/>
          </p:nvPr>
        </p:nvSpPr>
        <p:spPr>
          <a:xfrm>
            <a:off x="390618" y="1432560"/>
            <a:ext cx="9027702" cy="5243448"/>
          </a:xfrm>
          <a:prstGeom prst="rect">
            <a:avLst/>
          </a:prstGeom>
          <a:noFill/>
          <a:ln>
            <a:noFill/>
          </a:ln>
        </p:spPr>
        <p:txBody>
          <a:bodyPr anchorCtr="0" anchor="t" bIns="45700" lIns="91425" spcFirstLastPara="1" rIns="91425" wrap="square" tIns="45700">
            <a:normAutofit/>
          </a:bodyPr>
          <a:lstStyle/>
          <a:p>
            <a:pPr indent="0" lvl="0" marL="0" rtl="0" algn="l">
              <a:lnSpc>
                <a:spcPct val="115000"/>
              </a:lnSpc>
              <a:spcBef>
                <a:spcPts val="1400"/>
              </a:spcBef>
              <a:spcAft>
                <a:spcPts val="0"/>
              </a:spcAft>
              <a:buClr>
                <a:schemeClr val="dk1"/>
              </a:buClr>
              <a:buSzPts val="1100"/>
              <a:buFont typeface="Arial"/>
              <a:buNone/>
            </a:pPr>
            <a:r>
              <a:rPr b="1" lang="en-US" sz="1600">
                <a:solidFill>
                  <a:schemeClr val="dk1"/>
                </a:solidFill>
                <a:latin typeface="Arial"/>
                <a:ea typeface="Arial"/>
                <a:cs typeface="Arial"/>
                <a:sym typeface="Arial"/>
              </a:rPr>
              <a:t>Programming Languages</a:t>
            </a:r>
            <a:endParaRPr b="1" sz="1600">
              <a:solidFill>
                <a:schemeClr val="dk1"/>
              </a:solidFill>
              <a:latin typeface="Arial"/>
              <a:ea typeface="Arial"/>
              <a:cs typeface="Arial"/>
              <a:sym typeface="Arial"/>
            </a:endParaRPr>
          </a:p>
          <a:p>
            <a:pPr indent="-317500" lvl="0" marL="457200" rtl="0" algn="l">
              <a:lnSpc>
                <a:spcPct val="115000"/>
              </a:lnSpc>
              <a:spcBef>
                <a:spcPts val="1200"/>
              </a:spcBef>
              <a:spcAft>
                <a:spcPts val="0"/>
              </a:spcAft>
              <a:buClr>
                <a:schemeClr val="dk1"/>
              </a:buClr>
              <a:buSzPts val="1400"/>
              <a:buFont typeface="Arial"/>
              <a:buChar char="●"/>
            </a:pPr>
            <a:r>
              <a:rPr b="1" lang="en-US" sz="1400">
                <a:solidFill>
                  <a:schemeClr val="dk1"/>
                </a:solidFill>
                <a:latin typeface="Arial"/>
                <a:ea typeface="Arial"/>
                <a:cs typeface="Arial"/>
                <a:sym typeface="Arial"/>
              </a:rPr>
              <a:t>Python</a:t>
            </a:r>
            <a:r>
              <a:rPr lang="en-US" sz="1400">
                <a:solidFill>
                  <a:schemeClr val="dk1"/>
                </a:solidFill>
                <a:latin typeface="Arial"/>
                <a:ea typeface="Arial"/>
                <a:cs typeface="Arial"/>
                <a:sym typeface="Arial"/>
              </a:rPr>
              <a:t>: data analysis, visualization</a:t>
            </a:r>
            <a:endParaRPr sz="1400">
              <a:solidFill>
                <a:schemeClr val="dk1"/>
              </a:solidFill>
              <a:latin typeface="Arial"/>
              <a:ea typeface="Arial"/>
              <a:cs typeface="Arial"/>
              <a:sym typeface="Arial"/>
            </a:endParaRPr>
          </a:p>
          <a:p>
            <a:pPr indent="0" lvl="0" marL="0" rtl="0" algn="l">
              <a:lnSpc>
                <a:spcPct val="115000"/>
              </a:lnSpc>
              <a:spcBef>
                <a:spcPts val="1200"/>
              </a:spcBef>
              <a:spcAft>
                <a:spcPts val="0"/>
              </a:spcAft>
              <a:buNone/>
            </a:pPr>
            <a:r>
              <a:rPr b="1" lang="en-US" sz="1400">
                <a:solidFill>
                  <a:schemeClr val="dk1"/>
                </a:solidFill>
                <a:latin typeface="Arial"/>
                <a:ea typeface="Arial"/>
                <a:cs typeface="Arial"/>
                <a:sym typeface="Arial"/>
              </a:rPr>
              <a:t>Libraries</a:t>
            </a:r>
            <a:endParaRPr b="1" sz="1400">
              <a:solidFill>
                <a:schemeClr val="dk1"/>
              </a:solidFill>
              <a:latin typeface="Arial"/>
              <a:ea typeface="Arial"/>
              <a:cs typeface="Arial"/>
              <a:sym typeface="Arial"/>
            </a:endParaRPr>
          </a:p>
          <a:p>
            <a:pPr indent="-317500" lvl="0" marL="457200" rtl="0" algn="l">
              <a:lnSpc>
                <a:spcPct val="115000"/>
              </a:lnSpc>
              <a:spcBef>
                <a:spcPts val="1200"/>
              </a:spcBef>
              <a:spcAft>
                <a:spcPts val="0"/>
              </a:spcAft>
              <a:buClr>
                <a:schemeClr val="dk1"/>
              </a:buClr>
              <a:buSzPts val="1400"/>
              <a:buFont typeface="Arial"/>
              <a:buChar char="●"/>
            </a:pPr>
            <a:r>
              <a:rPr b="1" lang="en-US" sz="1400">
                <a:solidFill>
                  <a:schemeClr val="dk1"/>
                </a:solidFill>
                <a:latin typeface="Arial"/>
                <a:ea typeface="Arial"/>
                <a:cs typeface="Arial"/>
                <a:sym typeface="Arial"/>
              </a:rPr>
              <a:t>Pandas</a:t>
            </a:r>
            <a:r>
              <a:rPr lang="en-US" sz="1400">
                <a:solidFill>
                  <a:schemeClr val="dk1"/>
                </a:solidFill>
                <a:latin typeface="Arial"/>
                <a:ea typeface="Arial"/>
                <a:cs typeface="Arial"/>
                <a:sym typeface="Arial"/>
              </a:rPr>
              <a:t> &amp; </a:t>
            </a:r>
            <a:r>
              <a:rPr b="1" lang="en-US" sz="1400">
                <a:solidFill>
                  <a:schemeClr val="dk1"/>
                </a:solidFill>
                <a:latin typeface="Arial"/>
                <a:ea typeface="Arial"/>
                <a:cs typeface="Arial"/>
                <a:sym typeface="Arial"/>
              </a:rPr>
              <a:t>NumPy</a:t>
            </a:r>
            <a:r>
              <a:rPr lang="en-US" sz="1400">
                <a:solidFill>
                  <a:schemeClr val="dk1"/>
                </a:solidFill>
                <a:latin typeface="Arial"/>
                <a:ea typeface="Arial"/>
                <a:cs typeface="Arial"/>
                <a:sym typeface="Arial"/>
              </a:rPr>
              <a:t>: Data manipulation and preprocessing</a:t>
            </a:r>
            <a:endParaRPr sz="1400">
              <a:solidFill>
                <a:schemeClr val="dk1"/>
              </a:solidFill>
              <a:latin typeface="Arial"/>
              <a:ea typeface="Arial"/>
              <a:cs typeface="Arial"/>
              <a:sym typeface="Arial"/>
            </a:endParaRPr>
          </a:p>
          <a:p>
            <a:pPr indent="-317500" lvl="0" marL="457200" rtl="0" algn="l">
              <a:lnSpc>
                <a:spcPct val="115000"/>
              </a:lnSpc>
              <a:spcBef>
                <a:spcPts val="0"/>
              </a:spcBef>
              <a:spcAft>
                <a:spcPts val="0"/>
              </a:spcAft>
              <a:buClr>
                <a:schemeClr val="dk1"/>
              </a:buClr>
              <a:buSzPts val="1400"/>
              <a:buFont typeface="Arial"/>
              <a:buChar char="●"/>
            </a:pPr>
            <a:r>
              <a:rPr b="1" lang="en-US" sz="1400">
                <a:solidFill>
                  <a:schemeClr val="dk1"/>
                </a:solidFill>
                <a:latin typeface="Arial"/>
                <a:ea typeface="Arial"/>
                <a:cs typeface="Arial"/>
                <a:sym typeface="Arial"/>
              </a:rPr>
              <a:t>Matplotlib</a:t>
            </a:r>
            <a:r>
              <a:rPr lang="en-US" sz="1400">
                <a:solidFill>
                  <a:schemeClr val="dk1"/>
                </a:solidFill>
                <a:latin typeface="Arial"/>
                <a:ea typeface="Arial"/>
                <a:cs typeface="Arial"/>
                <a:sym typeface="Arial"/>
              </a:rPr>
              <a:t> &amp; </a:t>
            </a:r>
            <a:r>
              <a:rPr b="1" lang="en-US" sz="1400">
                <a:solidFill>
                  <a:schemeClr val="dk1"/>
                </a:solidFill>
                <a:latin typeface="Arial"/>
                <a:ea typeface="Arial"/>
                <a:cs typeface="Arial"/>
                <a:sym typeface="Arial"/>
              </a:rPr>
              <a:t>Seaborn</a:t>
            </a:r>
            <a:r>
              <a:rPr lang="en-US" sz="1400">
                <a:solidFill>
                  <a:schemeClr val="dk1"/>
                </a:solidFill>
                <a:latin typeface="Arial"/>
                <a:ea typeface="Arial"/>
                <a:cs typeface="Arial"/>
                <a:sym typeface="Arial"/>
              </a:rPr>
              <a:t>: Data visualization</a:t>
            </a:r>
            <a:endParaRPr sz="1400">
              <a:solidFill>
                <a:schemeClr val="dk1"/>
              </a:solidFill>
              <a:latin typeface="Arial"/>
              <a:ea typeface="Arial"/>
              <a:cs typeface="Arial"/>
              <a:sym typeface="Arial"/>
            </a:endParaRPr>
          </a:p>
          <a:p>
            <a:pPr indent="-317500" lvl="0" marL="457200" rtl="0" algn="l">
              <a:lnSpc>
                <a:spcPct val="115000"/>
              </a:lnSpc>
              <a:spcBef>
                <a:spcPts val="0"/>
              </a:spcBef>
              <a:spcAft>
                <a:spcPts val="0"/>
              </a:spcAft>
              <a:buClr>
                <a:schemeClr val="dk1"/>
              </a:buClr>
              <a:buSzPts val="1400"/>
              <a:buFont typeface="Arial"/>
              <a:buChar char="●"/>
            </a:pPr>
            <a:r>
              <a:rPr b="1" lang="en-US" sz="1400">
                <a:solidFill>
                  <a:schemeClr val="dk1"/>
                </a:solidFill>
                <a:latin typeface="Arial"/>
                <a:ea typeface="Arial"/>
                <a:cs typeface="Arial"/>
                <a:sym typeface="Arial"/>
              </a:rPr>
              <a:t>Plotly Express</a:t>
            </a:r>
            <a:r>
              <a:rPr lang="en-US" sz="1400">
                <a:solidFill>
                  <a:schemeClr val="dk1"/>
                </a:solidFill>
                <a:latin typeface="Arial"/>
                <a:ea typeface="Arial"/>
                <a:cs typeface="Arial"/>
                <a:sym typeface="Arial"/>
              </a:rPr>
              <a:t>: interactive and dynamic charts</a:t>
            </a:r>
            <a:endParaRPr sz="1400">
              <a:solidFill>
                <a:schemeClr val="dk1"/>
              </a:solidFill>
              <a:latin typeface="Arial"/>
              <a:ea typeface="Arial"/>
              <a:cs typeface="Arial"/>
              <a:sym typeface="Arial"/>
            </a:endParaRPr>
          </a:p>
          <a:p>
            <a:pPr indent="0" lvl="0" marL="0" rtl="0" algn="l">
              <a:lnSpc>
                <a:spcPct val="115000"/>
              </a:lnSpc>
              <a:spcBef>
                <a:spcPts val="1200"/>
              </a:spcBef>
              <a:spcAft>
                <a:spcPts val="0"/>
              </a:spcAft>
              <a:buNone/>
            </a:pPr>
            <a:r>
              <a:rPr b="1" lang="en-US" sz="1400">
                <a:solidFill>
                  <a:schemeClr val="dk1"/>
                </a:solidFill>
                <a:latin typeface="Arial"/>
                <a:ea typeface="Arial"/>
                <a:cs typeface="Arial"/>
                <a:sym typeface="Arial"/>
              </a:rPr>
              <a:t>Platform</a:t>
            </a:r>
            <a:r>
              <a:rPr lang="en-US" sz="1400">
                <a:solidFill>
                  <a:schemeClr val="dk1"/>
                </a:solidFill>
                <a:latin typeface="Arial"/>
                <a:ea typeface="Arial"/>
                <a:cs typeface="Arial"/>
                <a:sym typeface="Arial"/>
              </a:rPr>
              <a:t>: Google Colab</a:t>
            </a:r>
            <a:endParaRPr sz="1400">
              <a:solidFill>
                <a:schemeClr val="dk1"/>
              </a:solidFill>
              <a:latin typeface="Arial"/>
              <a:ea typeface="Arial"/>
              <a:cs typeface="Arial"/>
              <a:sym typeface="Arial"/>
            </a:endParaRPr>
          </a:p>
          <a:p>
            <a:pPr indent="0" lvl="0" marL="0" rtl="0" algn="l">
              <a:lnSpc>
                <a:spcPct val="115000"/>
              </a:lnSpc>
              <a:spcBef>
                <a:spcPts val="1200"/>
              </a:spcBef>
              <a:spcAft>
                <a:spcPts val="0"/>
              </a:spcAft>
              <a:buNone/>
            </a:pPr>
            <a:r>
              <a:rPr b="1" lang="en-US" sz="1400">
                <a:solidFill>
                  <a:schemeClr val="dk1"/>
                </a:solidFill>
                <a:latin typeface="Arial"/>
                <a:ea typeface="Arial"/>
                <a:cs typeface="Arial"/>
                <a:sym typeface="Arial"/>
              </a:rPr>
              <a:t>File handling libraries</a:t>
            </a:r>
            <a:r>
              <a:rPr lang="en-US" sz="1400">
                <a:solidFill>
                  <a:schemeClr val="dk1"/>
                </a:solidFill>
                <a:latin typeface="Arial"/>
                <a:ea typeface="Arial"/>
                <a:cs typeface="Arial"/>
                <a:sym typeface="Arial"/>
              </a:rPr>
              <a:t>: openpyxl (for Excel) and built-in CSV handling</a:t>
            </a:r>
            <a:endParaRPr sz="1400">
              <a:solidFill>
                <a:schemeClr val="dk1"/>
              </a:solidFill>
              <a:latin typeface="Arial"/>
              <a:ea typeface="Arial"/>
              <a:cs typeface="Arial"/>
              <a:sym typeface="Arial"/>
            </a:endParaRPr>
          </a:p>
          <a:p>
            <a:pPr indent="0" lvl="0" marL="0" rtl="0" algn="l">
              <a:lnSpc>
                <a:spcPct val="115000"/>
              </a:lnSpc>
              <a:spcBef>
                <a:spcPts val="1200"/>
              </a:spcBef>
              <a:spcAft>
                <a:spcPts val="0"/>
              </a:spcAft>
              <a:buNone/>
            </a:pPr>
            <a:r>
              <a:t/>
            </a:r>
            <a:endParaRPr sz="1100">
              <a:solidFill>
                <a:schemeClr val="dk1"/>
              </a:solidFill>
              <a:latin typeface="Arial"/>
              <a:ea typeface="Arial"/>
              <a:cs typeface="Arial"/>
              <a:sym typeface="Arial"/>
            </a:endParaRPr>
          </a:p>
          <a:p>
            <a:pPr indent="-184150" lvl="1" marL="742950" rtl="0" algn="l">
              <a:lnSpc>
                <a:spcPct val="150000"/>
              </a:lnSpc>
              <a:spcBef>
                <a:spcPts val="1200"/>
              </a:spcBef>
              <a:spcAft>
                <a:spcPts val="0"/>
              </a:spcAft>
              <a:buSzPts val="1600"/>
              <a:buNone/>
            </a:pPr>
            <a:r>
              <a:t/>
            </a:r>
            <a:endParaRPr/>
          </a:p>
        </p:txBody>
      </p:sp>
      <p:sp>
        <p:nvSpPr>
          <p:cNvPr id="231" name="Google Shape;231;p5"/>
          <p:cNvSpPr txBox="1"/>
          <p:nvPr>
            <p:ph type="title"/>
          </p:nvPr>
        </p:nvSpPr>
        <p:spPr>
          <a:xfrm>
            <a:off x="660399" y="430567"/>
            <a:ext cx="5306291" cy="847817"/>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4800"/>
              <a:buFont typeface="Trebuchet MS"/>
              <a:buNone/>
            </a:pPr>
            <a:r>
              <a:rPr lang="en-US"/>
              <a:t>Technology Used</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31"/>
                                        </p:tgtEl>
                                        <p:attrNameLst>
                                          <p:attrName>style.visibility</p:attrName>
                                        </p:attrNameLst>
                                      </p:cBhvr>
                                      <p:to>
                                        <p:strVal val="visible"/>
                                      </p:to>
                                    </p:set>
                                    <p:anim calcmode="lin" valueType="num">
                                      <p:cBhvr additive="base">
                                        <p:cTn dur="500"/>
                                        <p:tgtEl>
                                          <p:spTgt spid="231"/>
                                        </p:tgtEl>
                                        <p:attrNameLst>
                                          <p:attrName>ppt_w</p:attrName>
                                        </p:attrNameLst>
                                      </p:cBhvr>
                                      <p:tavLst>
                                        <p:tav fmla="" tm="0">
                                          <p:val>
                                            <p:strVal val="0"/>
                                          </p:val>
                                        </p:tav>
                                        <p:tav fmla="" tm="100000">
                                          <p:val>
                                            <p:strVal val="#ppt_w"/>
                                          </p:val>
                                        </p:tav>
                                      </p:tavLst>
                                    </p:anim>
                                    <p:anim calcmode="lin" valueType="num">
                                      <p:cBhvr additive="base">
                                        <p:cTn dur="500"/>
                                        <p:tgtEl>
                                          <p:spTgt spid="231"/>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0">
                                            <p:txEl>
                                              <p:pRg end="0" st="0"/>
                                            </p:txEl>
                                          </p:spTgt>
                                        </p:tgtEl>
                                        <p:attrNameLst>
                                          <p:attrName>style.visibility</p:attrName>
                                        </p:attrNameLst>
                                      </p:cBhvr>
                                      <p:to>
                                        <p:strVal val="visible"/>
                                      </p:to>
                                    </p:set>
                                    <p:animEffect filter="fade" transition="in">
                                      <p:cBhvr>
                                        <p:cTn dur="1000"/>
                                        <p:tgtEl>
                                          <p:spTgt spid="23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0">
                                            <p:txEl>
                                              <p:pRg end="1" st="1"/>
                                            </p:txEl>
                                          </p:spTgt>
                                        </p:tgtEl>
                                        <p:attrNameLst>
                                          <p:attrName>style.visibility</p:attrName>
                                        </p:attrNameLst>
                                      </p:cBhvr>
                                      <p:to>
                                        <p:strVal val="visible"/>
                                      </p:to>
                                    </p:set>
                                    <p:animEffect filter="fade" transition="in">
                                      <p:cBhvr>
                                        <p:cTn dur="1000"/>
                                        <p:tgtEl>
                                          <p:spTgt spid="23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0">
                                            <p:txEl>
                                              <p:pRg end="2" st="2"/>
                                            </p:txEl>
                                          </p:spTgt>
                                        </p:tgtEl>
                                        <p:attrNameLst>
                                          <p:attrName>style.visibility</p:attrName>
                                        </p:attrNameLst>
                                      </p:cBhvr>
                                      <p:to>
                                        <p:strVal val="visible"/>
                                      </p:to>
                                    </p:set>
                                    <p:animEffect filter="fade" transition="in">
                                      <p:cBhvr>
                                        <p:cTn dur="1000"/>
                                        <p:tgtEl>
                                          <p:spTgt spid="23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0">
                                            <p:txEl>
                                              <p:pRg end="3" st="3"/>
                                            </p:txEl>
                                          </p:spTgt>
                                        </p:tgtEl>
                                        <p:attrNameLst>
                                          <p:attrName>style.visibility</p:attrName>
                                        </p:attrNameLst>
                                      </p:cBhvr>
                                      <p:to>
                                        <p:strVal val="visible"/>
                                      </p:to>
                                    </p:set>
                                    <p:animEffect filter="fade" transition="in">
                                      <p:cBhvr>
                                        <p:cTn dur="1000"/>
                                        <p:tgtEl>
                                          <p:spTgt spid="23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0">
                                            <p:txEl>
                                              <p:pRg end="4" st="4"/>
                                            </p:txEl>
                                          </p:spTgt>
                                        </p:tgtEl>
                                        <p:attrNameLst>
                                          <p:attrName>style.visibility</p:attrName>
                                        </p:attrNameLst>
                                      </p:cBhvr>
                                      <p:to>
                                        <p:strVal val="visible"/>
                                      </p:to>
                                    </p:set>
                                    <p:animEffect filter="fade" transition="in">
                                      <p:cBhvr>
                                        <p:cTn dur="1000"/>
                                        <p:tgtEl>
                                          <p:spTgt spid="23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0">
                                            <p:txEl>
                                              <p:pRg end="5" st="5"/>
                                            </p:txEl>
                                          </p:spTgt>
                                        </p:tgtEl>
                                        <p:attrNameLst>
                                          <p:attrName>style.visibility</p:attrName>
                                        </p:attrNameLst>
                                      </p:cBhvr>
                                      <p:to>
                                        <p:strVal val="visible"/>
                                      </p:to>
                                    </p:set>
                                    <p:animEffect filter="fade" transition="in">
                                      <p:cBhvr>
                                        <p:cTn dur="1000"/>
                                        <p:tgtEl>
                                          <p:spTgt spid="230">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0">
                                            <p:txEl>
                                              <p:pRg end="6" st="6"/>
                                            </p:txEl>
                                          </p:spTgt>
                                        </p:tgtEl>
                                        <p:attrNameLst>
                                          <p:attrName>style.visibility</p:attrName>
                                        </p:attrNameLst>
                                      </p:cBhvr>
                                      <p:to>
                                        <p:strVal val="visible"/>
                                      </p:to>
                                    </p:set>
                                    <p:animEffect filter="fade" transition="in">
                                      <p:cBhvr>
                                        <p:cTn dur="1000"/>
                                        <p:tgtEl>
                                          <p:spTgt spid="230">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0">
                                            <p:txEl>
                                              <p:pRg end="7" st="7"/>
                                            </p:txEl>
                                          </p:spTgt>
                                        </p:tgtEl>
                                        <p:attrNameLst>
                                          <p:attrName>style.visibility</p:attrName>
                                        </p:attrNameLst>
                                      </p:cBhvr>
                                      <p:to>
                                        <p:strVal val="visible"/>
                                      </p:to>
                                    </p:set>
                                    <p:animEffect filter="fade" transition="in">
                                      <p:cBhvr>
                                        <p:cTn dur="1000"/>
                                        <p:tgtEl>
                                          <p:spTgt spid="230">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0">
                                            <p:txEl>
                                              <p:pRg end="8" st="8"/>
                                            </p:txEl>
                                          </p:spTgt>
                                        </p:tgtEl>
                                        <p:attrNameLst>
                                          <p:attrName>style.visibility</p:attrName>
                                        </p:attrNameLst>
                                      </p:cBhvr>
                                      <p:to>
                                        <p:strVal val="visible"/>
                                      </p:to>
                                    </p:set>
                                    <p:animEffect filter="fade" transition="in">
                                      <p:cBhvr>
                                        <p:cTn dur="1000"/>
                                        <p:tgtEl>
                                          <p:spTgt spid="230">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0">
                                            <p:txEl>
                                              <p:pRg end="9" st="9"/>
                                            </p:txEl>
                                          </p:spTgt>
                                        </p:tgtEl>
                                        <p:attrNameLst>
                                          <p:attrName>style.visibility</p:attrName>
                                        </p:attrNameLst>
                                      </p:cBhvr>
                                      <p:to>
                                        <p:strVal val="visible"/>
                                      </p:to>
                                    </p:set>
                                    <p:animEffect filter="fade" transition="in">
                                      <p:cBhvr>
                                        <p:cTn dur="1000"/>
                                        <p:tgtEl>
                                          <p:spTgt spid="230">
                                            <p:txEl>
                                              <p:pRg end="9" st="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pic>
        <p:nvPicPr>
          <p:cNvPr id="236" name="Google Shape;236;p6"/>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
        <p:nvSpPr>
          <p:cNvPr id="237" name="Google Shape;237;p6"/>
          <p:cNvSpPr txBox="1"/>
          <p:nvPr>
            <p:ph type="title"/>
          </p:nvPr>
        </p:nvSpPr>
        <p:spPr>
          <a:xfrm>
            <a:off x="320975" y="84850"/>
            <a:ext cx="3343500" cy="12885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4800"/>
              <a:buFont typeface="Trebuchet MS"/>
              <a:buNone/>
            </a:pPr>
            <a:r>
              <a:rPr lang="en-US"/>
              <a:t>RESULTS1 </a:t>
            </a:r>
            <a:endParaRPr/>
          </a:p>
        </p:txBody>
      </p:sp>
      <p:sp>
        <p:nvSpPr>
          <p:cNvPr id="238" name="Google Shape;238;p6"/>
          <p:cNvSpPr txBox="1"/>
          <p:nvPr/>
        </p:nvSpPr>
        <p:spPr>
          <a:xfrm>
            <a:off x="320982"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b="0" i="0" sz="2000" u="none" cap="none" strike="noStrike">
              <a:solidFill>
                <a:schemeClr val="dk1"/>
              </a:solidFill>
              <a:latin typeface="Trebuchet MS"/>
              <a:ea typeface="Trebuchet MS"/>
              <a:cs typeface="Trebuchet MS"/>
              <a:sym typeface="Trebuchet MS"/>
            </a:endParaRPr>
          </a:p>
        </p:txBody>
      </p:sp>
      <p:sp>
        <p:nvSpPr>
          <p:cNvPr id="239" name="Google Shape;239;p6"/>
          <p:cNvSpPr txBox="1"/>
          <p:nvPr/>
        </p:nvSpPr>
        <p:spPr>
          <a:xfrm>
            <a:off x="4345694"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b="0" i="0" sz="2000" u="none" cap="none" strike="noStrike">
              <a:solidFill>
                <a:schemeClr val="dk1"/>
              </a:solidFill>
              <a:latin typeface="Trebuchet MS"/>
              <a:ea typeface="Trebuchet MS"/>
              <a:cs typeface="Trebuchet MS"/>
              <a:sym typeface="Trebuchet MS"/>
            </a:endParaRPr>
          </a:p>
        </p:txBody>
      </p:sp>
      <p:sp>
        <p:nvSpPr>
          <p:cNvPr id="240" name="Google Shape;240;p6"/>
          <p:cNvSpPr txBox="1"/>
          <p:nvPr/>
        </p:nvSpPr>
        <p:spPr>
          <a:xfrm>
            <a:off x="422959" y="5737443"/>
            <a:ext cx="2981643" cy="830997"/>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chemeClr val="dk1"/>
              </a:buClr>
              <a:buSzPts val="4800"/>
              <a:buFont typeface="Trebuchet MS"/>
              <a:buNone/>
            </a:pPr>
            <a:r>
              <a:t/>
            </a:r>
            <a:endParaRPr b="0" i="0" sz="4800" u="sng" cap="none" strike="noStrike">
              <a:solidFill>
                <a:srgbClr val="0070C0"/>
              </a:solidFill>
              <a:latin typeface="Trebuchet MS"/>
              <a:ea typeface="Trebuchet MS"/>
              <a:cs typeface="Trebuchet MS"/>
              <a:sym typeface="Trebuchet MS"/>
            </a:endParaRPr>
          </a:p>
        </p:txBody>
      </p:sp>
      <p:pic>
        <p:nvPicPr>
          <p:cNvPr id="241" name="Google Shape;241;p6" title="Screenshot 2025-10-08 011105.png"/>
          <p:cNvPicPr preferRelativeResize="0"/>
          <p:nvPr/>
        </p:nvPicPr>
        <p:blipFill>
          <a:blip r:embed="rId4">
            <a:alphaModFix/>
          </a:blip>
          <a:stretch>
            <a:fillRect/>
          </a:stretch>
        </p:blipFill>
        <p:spPr>
          <a:xfrm>
            <a:off x="51800" y="958475"/>
            <a:ext cx="5874652" cy="5706476"/>
          </a:xfrm>
          <a:prstGeom prst="rect">
            <a:avLst/>
          </a:prstGeom>
          <a:noFill/>
          <a:ln>
            <a:noFill/>
          </a:ln>
        </p:spPr>
      </p:pic>
      <p:pic>
        <p:nvPicPr>
          <p:cNvPr id="242" name="Google Shape;242;p6" title="Screenshot 2025-10-08 011125.png"/>
          <p:cNvPicPr preferRelativeResize="0"/>
          <p:nvPr/>
        </p:nvPicPr>
        <p:blipFill>
          <a:blip r:embed="rId5">
            <a:alphaModFix/>
          </a:blip>
          <a:stretch>
            <a:fillRect/>
          </a:stretch>
        </p:blipFill>
        <p:spPr>
          <a:xfrm>
            <a:off x="6038850" y="692750"/>
            <a:ext cx="4431024" cy="3110300"/>
          </a:xfrm>
          <a:prstGeom prst="rect">
            <a:avLst/>
          </a:prstGeom>
          <a:noFill/>
          <a:ln>
            <a:noFill/>
          </a:ln>
        </p:spPr>
      </p:pic>
      <p:pic>
        <p:nvPicPr>
          <p:cNvPr id="243" name="Google Shape;243;p6" title="Screenshot 2025-10-08 011743.png"/>
          <p:cNvPicPr preferRelativeResize="0"/>
          <p:nvPr/>
        </p:nvPicPr>
        <p:blipFill>
          <a:blip r:embed="rId6">
            <a:alphaModFix/>
          </a:blip>
          <a:stretch>
            <a:fillRect/>
          </a:stretch>
        </p:blipFill>
        <p:spPr>
          <a:xfrm>
            <a:off x="5981700" y="3940950"/>
            <a:ext cx="5173975" cy="2724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37"/>
                                        </p:tgtEl>
                                        <p:attrNameLst>
                                          <p:attrName>style.visibility</p:attrName>
                                        </p:attrNameLst>
                                      </p:cBhvr>
                                      <p:to>
                                        <p:strVal val="visible"/>
                                      </p:to>
                                    </p:set>
                                    <p:anim calcmode="lin" valueType="num">
                                      <p:cBhvr additive="base">
                                        <p:cTn dur="500"/>
                                        <p:tgtEl>
                                          <p:spTgt spid="237"/>
                                        </p:tgtEl>
                                        <p:attrNameLst>
                                          <p:attrName>ppt_w</p:attrName>
                                        </p:attrNameLst>
                                      </p:cBhvr>
                                      <p:tavLst>
                                        <p:tav fmla="" tm="0">
                                          <p:val>
                                            <p:strVal val="0"/>
                                          </p:val>
                                        </p:tav>
                                        <p:tav fmla="" tm="100000">
                                          <p:val>
                                            <p:strVal val="#ppt_w"/>
                                          </p:val>
                                        </p:tav>
                                      </p:tavLst>
                                    </p:anim>
                                    <p:anim calcmode="lin" valueType="num">
                                      <p:cBhvr additive="base">
                                        <p:cTn dur="500"/>
                                        <p:tgtEl>
                                          <p:spTgt spid="237"/>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8"/>
                                        </p:tgtEl>
                                        <p:attrNameLst>
                                          <p:attrName>style.visibility</p:attrName>
                                        </p:attrNameLst>
                                      </p:cBhvr>
                                      <p:to>
                                        <p:strVal val="visible"/>
                                      </p:to>
                                    </p:set>
                                    <p:animEffect filter="fade" transition="in">
                                      <p:cBhvr>
                                        <p:cTn dur="1000"/>
                                        <p:tgtEl>
                                          <p:spTgt spid="23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9"/>
                                        </p:tgtEl>
                                        <p:attrNameLst>
                                          <p:attrName>style.visibility</p:attrName>
                                        </p:attrNameLst>
                                      </p:cBhvr>
                                      <p:to>
                                        <p:strVal val="visible"/>
                                      </p:to>
                                    </p:set>
                                    <p:animEffect filter="fade" transition="in">
                                      <p:cBhvr>
                                        <p:cTn dur="1000"/>
                                        <p:tgtEl>
                                          <p:spTgt spid="23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pic>
        <p:nvPicPr>
          <p:cNvPr id="248" name="Google Shape;248;p7"/>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
        <p:nvSpPr>
          <p:cNvPr id="249" name="Google Shape;249;p7"/>
          <p:cNvSpPr txBox="1"/>
          <p:nvPr>
            <p:ph type="title"/>
          </p:nvPr>
        </p:nvSpPr>
        <p:spPr>
          <a:xfrm>
            <a:off x="422950" y="241925"/>
            <a:ext cx="3969900" cy="705000"/>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chemeClr val="dk1"/>
              </a:buClr>
              <a:buSzPct val="100000"/>
              <a:buFont typeface="Trebuchet MS"/>
              <a:buNone/>
            </a:pPr>
            <a:r>
              <a:rPr lang="en-US"/>
              <a:t>RESULTS2</a:t>
            </a:r>
            <a:endParaRPr/>
          </a:p>
        </p:txBody>
      </p:sp>
      <p:sp>
        <p:nvSpPr>
          <p:cNvPr id="250" name="Google Shape;250;p7"/>
          <p:cNvSpPr txBox="1"/>
          <p:nvPr/>
        </p:nvSpPr>
        <p:spPr>
          <a:xfrm>
            <a:off x="320982"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b="0" i="0" sz="2000" u="none" cap="none" strike="noStrike">
              <a:solidFill>
                <a:schemeClr val="dk1"/>
              </a:solidFill>
              <a:latin typeface="Trebuchet MS"/>
              <a:ea typeface="Trebuchet MS"/>
              <a:cs typeface="Trebuchet MS"/>
              <a:sym typeface="Trebuchet MS"/>
            </a:endParaRPr>
          </a:p>
        </p:txBody>
      </p:sp>
      <p:sp>
        <p:nvSpPr>
          <p:cNvPr id="251" name="Google Shape;251;p7"/>
          <p:cNvSpPr txBox="1"/>
          <p:nvPr/>
        </p:nvSpPr>
        <p:spPr>
          <a:xfrm>
            <a:off x="4345694"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b="0" i="0" sz="2000" u="none" cap="none" strike="noStrike">
              <a:solidFill>
                <a:schemeClr val="dk1"/>
              </a:solidFill>
              <a:latin typeface="Trebuchet MS"/>
              <a:ea typeface="Trebuchet MS"/>
              <a:cs typeface="Trebuchet MS"/>
              <a:sym typeface="Trebuchet MS"/>
            </a:endParaRPr>
          </a:p>
        </p:txBody>
      </p:sp>
      <p:sp>
        <p:nvSpPr>
          <p:cNvPr id="252" name="Google Shape;252;p7"/>
          <p:cNvSpPr txBox="1"/>
          <p:nvPr/>
        </p:nvSpPr>
        <p:spPr>
          <a:xfrm>
            <a:off x="422959" y="5737443"/>
            <a:ext cx="2981643" cy="830997"/>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chemeClr val="dk1"/>
              </a:buClr>
              <a:buSzPts val="4800"/>
              <a:buFont typeface="Trebuchet MS"/>
              <a:buNone/>
            </a:pPr>
            <a:r>
              <a:t/>
            </a:r>
            <a:endParaRPr b="0" i="0" sz="4800" u="sng" cap="none" strike="noStrike">
              <a:solidFill>
                <a:srgbClr val="0070C0"/>
              </a:solidFill>
              <a:latin typeface="Trebuchet MS"/>
              <a:ea typeface="Trebuchet MS"/>
              <a:cs typeface="Trebuchet MS"/>
              <a:sym typeface="Trebuchet MS"/>
            </a:endParaRPr>
          </a:p>
        </p:txBody>
      </p:sp>
      <p:pic>
        <p:nvPicPr>
          <p:cNvPr id="253" name="Google Shape;253;p7" title="Screenshot 2025-10-08 011135.png"/>
          <p:cNvPicPr preferRelativeResize="0"/>
          <p:nvPr/>
        </p:nvPicPr>
        <p:blipFill>
          <a:blip r:embed="rId4">
            <a:alphaModFix/>
          </a:blip>
          <a:stretch>
            <a:fillRect/>
          </a:stretch>
        </p:blipFill>
        <p:spPr>
          <a:xfrm>
            <a:off x="57150" y="946925"/>
            <a:ext cx="9193524" cy="5525000"/>
          </a:xfrm>
          <a:prstGeom prst="rect">
            <a:avLst/>
          </a:prstGeom>
          <a:noFill/>
          <a:ln>
            <a:noFill/>
          </a:ln>
        </p:spPr>
      </p:pic>
      <p:pic>
        <p:nvPicPr>
          <p:cNvPr id="254" name="Google Shape;254;p7" title="Screenshot 2025-10-08 011216.png"/>
          <p:cNvPicPr preferRelativeResize="0"/>
          <p:nvPr/>
        </p:nvPicPr>
        <p:blipFill>
          <a:blip r:embed="rId5">
            <a:alphaModFix/>
          </a:blip>
          <a:stretch>
            <a:fillRect/>
          </a:stretch>
        </p:blipFill>
        <p:spPr>
          <a:xfrm>
            <a:off x="5883676" y="188203"/>
            <a:ext cx="5158826" cy="3490725"/>
          </a:xfrm>
          <a:prstGeom prst="rect">
            <a:avLst/>
          </a:prstGeom>
          <a:noFill/>
          <a:ln>
            <a:noFill/>
          </a:ln>
        </p:spPr>
      </p:pic>
      <p:pic>
        <p:nvPicPr>
          <p:cNvPr id="255" name="Google Shape;255;p7" title="Screenshot 2025-10-08 011800.png"/>
          <p:cNvPicPr preferRelativeResize="0"/>
          <p:nvPr/>
        </p:nvPicPr>
        <p:blipFill>
          <a:blip r:embed="rId6">
            <a:alphaModFix/>
          </a:blip>
          <a:stretch>
            <a:fillRect/>
          </a:stretch>
        </p:blipFill>
        <p:spPr>
          <a:xfrm>
            <a:off x="6821800" y="3831328"/>
            <a:ext cx="5217801" cy="276782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49"/>
                                        </p:tgtEl>
                                        <p:attrNameLst>
                                          <p:attrName>style.visibility</p:attrName>
                                        </p:attrNameLst>
                                      </p:cBhvr>
                                      <p:to>
                                        <p:strVal val="visible"/>
                                      </p:to>
                                    </p:set>
                                    <p:anim calcmode="lin" valueType="num">
                                      <p:cBhvr additive="base">
                                        <p:cTn dur="500"/>
                                        <p:tgtEl>
                                          <p:spTgt spid="249"/>
                                        </p:tgtEl>
                                        <p:attrNameLst>
                                          <p:attrName>ppt_w</p:attrName>
                                        </p:attrNameLst>
                                      </p:cBhvr>
                                      <p:tavLst>
                                        <p:tav fmla="" tm="0">
                                          <p:val>
                                            <p:strVal val="0"/>
                                          </p:val>
                                        </p:tav>
                                        <p:tav fmla="" tm="100000">
                                          <p:val>
                                            <p:strVal val="#ppt_w"/>
                                          </p:val>
                                        </p:tav>
                                      </p:tavLst>
                                    </p:anim>
                                    <p:anim calcmode="lin" valueType="num">
                                      <p:cBhvr additive="base">
                                        <p:cTn dur="500"/>
                                        <p:tgtEl>
                                          <p:spTgt spid="249"/>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0"/>
                                        </p:tgtEl>
                                        <p:attrNameLst>
                                          <p:attrName>style.visibility</p:attrName>
                                        </p:attrNameLst>
                                      </p:cBhvr>
                                      <p:to>
                                        <p:strVal val="visible"/>
                                      </p:to>
                                    </p:set>
                                    <p:animEffect filter="fade" transition="in">
                                      <p:cBhvr>
                                        <p:cTn dur="1000"/>
                                        <p:tgtEl>
                                          <p:spTgt spid="25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
                                        </p:tgtEl>
                                        <p:attrNameLst>
                                          <p:attrName>style.visibility</p:attrName>
                                        </p:attrNameLst>
                                      </p:cBhvr>
                                      <p:to>
                                        <p:strVal val="visible"/>
                                      </p:to>
                                    </p:set>
                                    <p:animEffect filter="fade" transition="in">
                                      <p:cBhvr>
                                        <p:cTn dur="1000"/>
                                        <p:tgtEl>
                                          <p:spTgt spid="25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pic>
        <p:nvPicPr>
          <p:cNvPr id="260" name="Google Shape;260;p8" title="Screenshot 2025-10-08 012730.png"/>
          <p:cNvPicPr preferRelativeResize="0"/>
          <p:nvPr/>
        </p:nvPicPr>
        <p:blipFill>
          <a:blip r:embed="rId3">
            <a:alphaModFix/>
          </a:blip>
          <a:stretch>
            <a:fillRect/>
          </a:stretch>
        </p:blipFill>
        <p:spPr>
          <a:xfrm>
            <a:off x="459100" y="4271175"/>
            <a:ext cx="4359300" cy="2663025"/>
          </a:xfrm>
          <a:prstGeom prst="rect">
            <a:avLst/>
          </a:prstGeom>
          <a:noFill/>
          <a:ln>
            <a:noFill/>
          </a:ln>
        </p:spPr>
      </p:pic>
      <p:pic>
        <p:nvPicPr>
          <p:cNvPr id="261" name="Google Shape;261;p8" title="Screenshot 2025-10-08 012441.png"/>
          <p:cNvPicPr preferRelativeResize="0"/>
          <p:nvPr/>
        </p:nvPicPr>
        <p:blipFill>
          <a:blip r:embed="rId4">
            <a:alphaModFix/>
          </a:blip>
          <a:stretch>
            <a:fillRect/>
          </a:stretch>
        </p:blipFill>
        <p:spPr>
          <a:xfrm>
            <a:off x="4048125" y="3806200"/>
            <a:ext cx="7496175" cy="2924174"/>
          </a:xfrm>
          <a:prstGeom prst="rect">
            <a:avLst/>
          </a:prstGeom>
          <a:noFill/>
          <a:ln>
            <a:noFill/>
          </a:ln>
        </p:spPr>
      </p:pic>
      <p:pic>
        <p:nvPicPr>
          <p:cNvPr id="262" name="Google Shape;262;p8"/>
          <p:cNvPicPr preferRelativeResize="0"/>
          <p:nvPr/>
        </p:nvPicPr>
        <p:blipFill rotWithShape="1">
          <a:blip r:embed="rId5">
            <a:alphaModFix/>
          </a:blip>
          <a:srcRect b="0" l="0" r="0" t="96181"/>
          <a:stretch/>
        </p:blipFill>
        <p:spPr>
          <a:xfrm>
            <a:off x="675957" y="6471920"/>
            <a:ext cx="2143125" cy="193040"/>
          </a:xfrm>
          <a:prstGeom prst="rect">
            <a:avLst/>
          </a:prstGeom>
          <a:noFill/>
          <a:ln>
            <a:noFill/>
          </a:ln>
        </p:spPr>
      </p:pic>
      <p:sp>
        <p:nvSpPr>
          <p:cNvPr id="263" name="Google Shape;263;p8"/>
          <p:cNvSpPr txBox="1"/>
          <p:nvPr>
            <p:ph type="title"/>
          </p:nvPr>
        </p:nvSpPr>
        <p:spPr>
          <a:xfrm>
            <a:off x="459100" y="108575"/>
            <a:ext cx="3781800" cy="552300"/>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chemeClr val="dk1"/>
              </a:buClr>
              <a:buSzPct val="100000"/>
              <a:buFont typeface="Trebuchet MS"/>
              <a:buNone/>
            </a:pPr>
            <a:r>
              <a:rPr lang="en-US"/>
              <a:t>RESULTS3 </a:t>
            </a:r>
            <a:endParaRPr/>
          </a:p>
        </p:txBody>
      </p:sp>
      <p:sp>
        <p:nvSpPr>
          <p:cNvPr id="264" name="Google Shape;264;p8"/>
          <p:cNvSpPr txBox="1"/>
          <p:nvPr/>
        </p:nvSpPr>
        <p:spPr>
          <a:xfrm>
            <a:off x="320982"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b="0" i="0" sz="2000" u="none" cap="none" strike="noStrike">
              <a:solidFill>
                <a:schemeClr val="dk1"/>
              </a:solidFill>
              <a:latin typeface="Trebuchet MS"/>
              <a:ea typeface="Trebuchet MS"/>
              <a:cs typeface="Trebuchet MS"/>
              <a:sym typeface="Trebuchet MS"/>
            </a:endParaRPr>
          </a:p>
        </p:txBody>
      </p:sp>
      <p:sp>
        <p:nvSpPr>
          <p:cNvPr id="265" name="Google Shape;265;p8"/>
          <p:cNvSpPr txBox="1"/>
          <p:nvPr/>
        </p:nvSpPr>
        <p:spPr>
          <a:xfrm>
            <a:off x="4240919" y="1275371"/>
            <a:ext cx="3343500" cy="666000"/>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b="0" i="0" sz="2000" u="none" cap="none" strike="noStrike">
              <a:solidFill>
                <a:schemeClr val="dk1"/>
              </a:solidFill>
              <a:latin typeface="Trebuchet MS"/>
              <a:ea typeface="Trebuchet MS"/>
              <a:cs typeface="Trebuchet MS"/>
              <a:sym typeface="Trebuchet MS"/>
            </a:endParaRPr>
          </a:p>
        </p:txBody>
      </p:sp>
      <p:pic>
        <p:nvPicPr>
          <p:cNvPr id="266" name="Google Shape;266;p8" title="Screenshot 2025-10-08 011233.png"/>
          <p:cNvPicPr preferRelativeResize="0"/>
          <p:nvPr/>
        </p:nvPicPr>
        <p:blipFill>
          <a:blip r:embed="rId6">
            <a:alphaModFix/>
          </a:blip>
          <a:stretch>
            <a:fillRect/>
          </a:stretch>
        </p:blipFill>
        <p:spPr>
          <a:xfrm>
            <a:off x="451875" y="800100"/>
            <a:ext cx="6770351" cy="4124326"/>
          </a:xfrm>
          <a:prstGeom prst="rect">
            <a:avLst/>
          </a:prstGeom>
          <a:noFill/>
          <a:ln>
            <a:noFill/>
          </a:ln>
        </p:spPr>
      </p:pic>
      <p:pic>
        <p:nvPicPr>
          <p:cNvPr id="267" name="Google Shape;267;p8" title="Screenshot 2025-10-08 011812.png"/>
          <p:cNvPicPr preferRelativeResize="0"/>
          <p:nvPr/>
        </p:nvPicPr>
        <p:blipFill>
          <a:blip r:embed="rId7">
            <a:alphaModFix/>
          </a:blip>
          <a:stretch>
            <a:fillRect/>
          </a:stretch>
        </p:blipFill>
        <p:spPr>
          <a:xfrm>
            <a:off x="7018525" y="224625"/>
            <a:ext cx="4180976" cy="404654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63"/>
                                        </p:tgtEl>
                                        <p:attrNameLst>
                                          <p:attrName>style.visibility</p:attrName>
                                        </p:attrNameLst>
                                      </p:cBhvr>
                                      <p:to>
                                        <p:strVal val="visible"/>
                                      </p:to>
                                    </p:set>
                                    <p:anim calcmode="lin" valueType="num">
                                      <p:cBhvr additive="base">
                                        <p:cTn dur="500"/>
                                        <p:tgtEl>
                                          <p:spTgt spid="263"/>
                                        </p:tgtEl>
                                        <p:attrNameLst>
                                          <p:attrName>ppt_w</p:attrName>
                                        </p:attrNameLst>
                                      </p:cBhvr>
                                      <p:tavLst>
                                        <p:tav fmla="" tm="0">
                                          <p:val>
                                            <p:strVal val="0"/>
                                          </p:val>
                                        </p:tav>
                                        <p:tav fmla="" tm="100000">
                                          <p:val>
                                            <p:strVal val="#ppt_w"/>
                                          </p:val>
                                        </p:tav>
                                      </p:tavLst>
                                    </p:anim>
                                    <p:anim calcmode="lin" valueType="num">
                                      <p:cBhvr additive="base">
                                        <p:cTn dur="500"/>
                                        <p:tgtEl>
                                          <p:spTgt spid="263"/>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4"/>
                                        </p:tgtEl>
                                        <p:attrNameLst>
                                          <p:attrName>style.visibility</p:attrName>
                                        </p:attrNameLst>
                                      </p:cBhvr>
                                      <p:to>
                                        <p:strVal val="visible"/>
                                      </p:to>
                                    </p:set>
                                    <p:animEffect filter="fade" transition="in">
                                      <p:cBhvr>
                                        <p:cTn dur="1000"/>
                                        <p:tgtEl>
                                          <p:spTgt spid="26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5"/>
                                        </p:tgtEl>
                                        <p:attrNameLst>
                                          <p:attrName>style.visibility</p:attrName>
                                        </p:attrNameLst>
                                      </p:cBhvr>
                                      <p:to>
                                        <p:strVal val="visible"/>
                                      </p:to>
                                    </p:set>
                                    <p:animEffect filter="fade" transition="in">
                                      <p:cBhvr>
                                        <p:cTn dur="1000"/>
                                        <p:tgtEl>
                                          <p:spTgt spid="26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pic>
        <p:nvPicPr>
          <p:cNvPr id="272" name="Google Shape;272;p9"/>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
        <p:nvSpPr>
          <p:cNvPr id="273" name="Google Shape;273;p9"/>
          <p:cNvSpPr txBox="1"/>
          <p:nvPr>
            <p:ph type="title"/>
          </p:nvPr>
        </p:nvSpPr>
        <p:spPr>
          <a:xfrm>
            <a:off x="675957" y="370589"/>
            <a:ext cx="6115368" cy="878622"/>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4800"/>
              <a:buFont typeface="Trebuchet MS"/>
              <a:buNone/>
            </a:pPr>
            <a:r>
              <a:rPr lang="en-US"/>
              <a:t>GitHub repository </a:t>
            </a:r>
            <a:endParaRPr/>
          </a:p>
        </p:txBody>
      </p:sp>
      <p:sp>
        <p:nvSpPr>
          <p:cNvPr id="274" name="Google Shape;274;p9"/>
          <p:cNvSpPr txBox="1"/>
          <p:nvPr/>
        </p:nvSpPr>
        <p:spPr>
          <a:xfrm>
            <a:off x="320982"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b="0" i="0" sz="2000" u="none" cap="none" strike="noStrike">
              <a:solidFill>
                <a:schemeClr val="dk1"/>
              </a:solidFill>
              <a:latin typeface="Trebuchet MS"/>
              <a:ea typeface="Trebuchet MS"/>
              <a:cs typeface="Trebuchet MS"/>
              <a:sym typeface="Trebuchet MS"/>
            </a:endParaRPr>
          </a:p>
        </p:txBody>
      </p:sp>
      <p:sp>
        <p:nvSpPr>
          <p:cNvPr id="275" name="Google Shape;275;p9"/>
          <p:cNvSpPr txBox="1"/>
          <p:nvPr>
            <p:ph idx="1" type="body"/>
          </p:nvPr>
        </p:nvSpPr>
        <p:spPr>
          <a:xfrm>
            <a:off x="807183" y="1431700"/>
            <a:ext cx="8909700" cy="2553900"/>
          </a:xfrm>
          <a:prstGeom prst="rect">
            <a:avLst/>
          </a:prstGeom>
          <a:noFill/>
          <a:ln>
            <a:noFill/>
          </a:ln>
        </p:spPr>
        <p:txBody>
          <a:bodyPr anchorCtr="0" anchor="t" bIns="45700" lIns="91425" spcFirstLastPara="1" rIns="91425" wrap="square" tIns="45700">
            <a:normAutofit/>
          </a:bodyPr>
          <a:lstStyle/>
          <a:p>
            <a:pPr indent="0" lvl="0" marL="0" rtl="0" algn="l">
              <a:spcBef>
                <a:spcPts val="1000"/>
              </a:spcBef>
              <a:spcAft>
                <a:spcPts val="0"/>
              </a:spcAft>
              <a:buSzPts val="1600"/>
              <a:buNone/>
            </a:pPr>
            <a:r>
              <a:rPr lang="en-US"/>
              <a:t>https://github.com/Nimisha2136/VOIS_AICTE_Oct2025_Nimisha-Rawat.git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73"/>
                                        </p:tgtEl>
                                        <p:attrNameLst>
                                          <p:attrName>style.visibility</p:attrName>
                                        </p:attrNameLst>
                                      </p:cBhvr>
                                      <p:to>
                                        <p:strVal val="visible"/>
                                      </p:to>
                                    </p:set>
                                    <p:anim calcmode="lin" valueType="num">
                                      <p:cBhvr additive="base">
                                        <p:cTn dur="500"/>
                                        <p:tgtEl>
                                          <p:spTgt spid="273"/>
                                        </p:tgtEl>
                                        <p:attrNameLst>
                                          <p:attrName>ppt_w</p:attrName>
                                        </p:attrNameLst>
                                      </p:cBhvr>
                                      <p:tavLst>
                                        <p:tav fmla="" tm="0">
                                          <p:val>
                                            <p:strVal val="0"/>
                                          </p:val>
                                        </p:tav>
                                        <p:tav fmla="" tm="100000">
                                          <p:val>
                                            <p:strVal val="#ppt_w"/>
                                          </p:val>
                                        </p:tav>
                                      </p:tavLst>
                                    </p:anim>
                                    <p:anim calcmode="lin" valueType="num">
                                      <p:cBhvr additive="base">
                                        <p:cTn dur="500"/>
                                        <p:tgtEl>
                                          <p:spTgt spid="273"/>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4"/>
                                        </p:tgtEl>
                                        <p:attrNameLst>
                                          <p:attrName>style.visibility</p:attrName>
                                        </p:attrNameLst>
                                      </p:cBhvr>
                                      <p:to>
                                        <p:strVal val="visible"/>
                                      </p:to>
                                    </p:set>
                                    <p:animEffect filter="fade" transition="in">
                                      <p:cBhvr>
                                        <p:cTn dur="1000"/>
                                        <p:tgtEl>
                                          <p:spTgt spid="27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5">
                                            <p:txEl>
                                              <p:pRg end="0" st="0"/>
                                            </p:txEl>
                                          </p:spTgt>
                                        </p:tgtEl>
                                        <p:attrNameLst>
                                          <p:attrName>style.visibility</p:attrName>
                                        </p:attrNameLst>
                                      </p:cBhvr>
                                      <p:to>
                                        <p:strVal val="visible"/>
                                      </p:to>
                                    </p:set>
                                    <p:animEffect filter="fade" transition="in">
                                      <p:cBhvr>
                                        <p:cTn dur="1000"/>
                                        <p:tgtEl>
                                          <p:spTgt spid="275">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pic>
        <p:nvPicPr>
          <p:cNvPr id="280" name="Google Shape;280;p10"/>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
        <p:nvSpPr>
          <p:cNvPr id="281" name="Google Shape;281;p10"/>
          <p:cNvSpPr txBox="1"/>
          <p:nvPr>
            <p:ph type="title"/>
          </p:nvPr>
        </p:nvSpPr>
        <p:spPr>
          <a:xfrm>
            <a:off x="675957" y="370589"/>
            <a:ext cx="10892066" cy="904781"/>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3600"/>
              <a:buFont typeface="Trebuchet MS"/>
              <a:buNone/>
            </a:pPr>
            <a:r>
              <a:rPr lang="en-US" sz="3600"/>
              <a:t>Getting started with Basics of Python Certificate  </a:t>
            </a:r>
            <a:endParaRPr sz="3600"/>
          </a:p>
        </p:txBody>
      </p:sp>
      <p:sp>
        <p:nvSpPr>
          <p:cNvPr id="282" name="Google Shape;282;p10"/>
          <p:cNvSpPr txBox="1"/>
          <p:nvPr/>
        </p:nvSpPr>
        <p:spPr>
          <a:xfrm>
            <a:off x="320982"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b="0" i="0" sz="2000" u="none" cap="none" strike="noStrike">
              <a:solidFill>
                <a:schemeClr val="dk1"/>
              </a:solidFill>
              <a:latin typeface="Trebuchet MS"/>
              <a:ea typeface="Trebuchet MS"/>
              <a:cs typeface="Trebuchet MS"/>
              <a:sym typeface="Trebuchet MS"/>
            </a:endParaRPr>
          </a:p>
        </p:txBody>
      </p:sp>
      <p:sp>
        <p:nvSpPr>
          <p:cNvPr id="283" name="Google Shape;283;p10"/>
          <p:cNvSpPr txBox="1"/>
          <p:nvPr/>
        </p:nvSpPr>
        <p:spPr>
          <a:xfrm>
            <a:off x="4345694"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b="0" i="0" sz="2000" u="none" cap="none" strike="noStrike">
              <a:solidFill>
                <a:schemeClr val="dk1"/>
              </a:solidFill>
              <a:latin typeface="Trebuchet MS"/>
              <a:ea typeface="Trebuchet MS"/>
              <a:cs typeface="Trebuchet MS"/>
              <a:sym typeface="Trebuchet MS"/>
            </a:endParaRPr>
          </a:p>
        </p:txBody>
      </p:sp>
      <p:pic>
        <p:nvPicPr>
          <p:cNvPr id="284" name="Google Shape;284;p10"/>
          <p:cNvPicPr preferRelativeResize="0"/>
          <p:nvPr/>
        </p:nvPicPr>
        <p:blipFill>
          <a:blip r:embed="rId4">
            <a:alphaModFix/>
          </a:blip>
          <a:stretch>
            <a:fillRect/>
          </a:stretch>
        </p:blipFill>
        <p:spPr>
          <a:xfrm>
            <a:off x="1971357" y="1523174"/>
            <a:ext cx="6529046" cy="46117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81"/>
                                        </p:tgtEl>
                                        <p:attrNameLst>
                                          <p:attrName>style.visibility</p:attrName>
                                        </p:attrNameLst>
                                      </p:cBhvr>
                                      <p:to>
                                        <p:strVal val="visible"/>
                                      </p:to>
                                    </p:set>
                                    <p:anim calcmode="lin" valueType="num">
                                      <p:cBhvr additive="base">
                                        <p:cTn dur="500"/>
                                        <p:tgtEl>
                                          <p:spTgt spid="281"/>
                                        </p:tgtEl>
                                        <p:attrNameLst>
                                          <p:attrName>ppt_w</p:attrName>
                                        </p:attrNameLst>
                                      </p:cBhvr>
                                      <p:tavLst>
                                        <p:tav fmla="" tm="0">
                                          <p:val>
                                            <p:strVal val="0"/>
                                          </p:val>
                                        </p:tav>
                                        <p:tav fmla="" tm="100000">
                                          <p:val>
                                            <p:strVal val="#ppt_w"/>
                                          </p:val>
                                        </p:tav>
                                      </p:tavLst>
                                    </p:anim>
                                    <p:anim calcmode="lin" valueType="num">
                                      <p:cBhvr additive="base">
                                        <p:cTn dur="500"/>
                                        <p:tgtEl>
                                          <p:spTgt spid="281"/>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2"/>
                                        </p:tgtEl>
                                        <p:attrNameLst>
                                          <p:attrName>style.visibility</p:attrName>
                                        </p:attrNameLst>
                                      </p:cBhvr>
                                      <p:to>
                                        <p:strVal val="visible"/>
                                      </p:to>
                                    </p:set>
                                    <p:animEffect filter="fade" transition="in">
                                      <p:cBhvr>
                                        <p:cTn dur="1000"/>
                                        <p:tgtEl>
                                          <p:spTgt spid="28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3"/>
                                        </p:tgtEl>
                                        <p:attrNameLst>
                                          <p:attrName>style.visibility</p:attrName>
                                        </p:attrNameLst>
                                      </p:cBhvr>
                                      <p:to>
                                        <p:strVal val="visible"/>
                                      </p:to>
                                    </p:set>
                                    <p:animEffect filter="fade" transition="in">
                                      <p:cBhvr>
                                        <p:cTn dur="1000"/>
                                        <p:tgtEl>
                                          <p:spTgt spid="28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pic>
        <p:nvPicPr>
          <p:cNvPr id="289" name="Google Shape;289;p11"/>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
        <p:nvSpPr>
          <p:cNvPr id="290" name="Google Shape;290;p11"/>
          <p:cNvSpPr txBox="1"/>
          <p:nvPr>
            <p:ph type="title"/>
          </p:nvPr>
        </p:nvSpPr>
        <p:spPr>
          <a:xfrm>
            <a:off x="675957" y="370589"/>
            <a:ext cx="10892066" cy="904781"/>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3600"/>
              <a:buFont typeface="Trebuchet MS"/>
              <a:buNone/>
            </a:pPr>
            <a:r>
              <a:rPr lang="en-US" sz="3600"/>
              <a:t>Data Visualization Certificate  </a:t>
            </a:r>
            <a:endParaRPr sz="3600"/>
          </a:p>
        </p:txBody>
      </p:sp>
      <p:sp>
        <p:nvSpPr>
          <p:cNvPr id="291" name="Google Shape;291;p11"/>
          <p:cNvSpPr txBox="1"/>
          <p:nvPr/>
        </p:nvSpPr>
        <p:spPr>
          <a:xfrm>
            <a:off x="320982"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b="0" i="0" sz="2000" u="none" cap="none" strike="noStrike">
              <a:solidFill>
                <a:schemeClr val="dk1"/>
              </a:solidFill>
              <a:latin typeface="Trebuchet MS"/>
              <a:ea typeface="Trebuchet MS"/>
              <a:cs typeface="Trebuchet MS"/>
              <a:sym typeface="Trebuchet MS"/>
            </a:endParaRPr>
          </a:p>
        </p:txBody>
      </p:sp>
      <p:sp>
        <p:nvSpPr>
          <p:cNvPr id="292" name="Google Shape;292;p11"/>
          <p:cNvSpPr txBox="1"/>
          <p:nvPr/>
        </p:nvSpPr>
        <p:spPr>
          <a:xfrm>
            <a:off x="4345694"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b="0" i="0" sz="2000" u="none" cap="none" strike="noStrike">
              <a:solidFill>
                <a:schemeClr val="dk1"/>
              </a:solidFill>
              <a:latin typeface="Trebuchet MS"/>
              <a:ea typeface="Trebuchet MS"/>
              <a:cs typeface="Trebuchet MS"/>
              <a:sym typeface="Trebuchet MS"/>
            </a:endParaRPr>
          </a:p>
        </p:txBody>
      </p:sp>
      <p:pic>
        <p:nvPicPr>
          <p:cNvPr id="293" name="Google Shape;293;p11"/>
          <p:cNvPicPr preferRelativeResize="0"/>
          <p:nvPr/>
        </p:nvPicPr>
        <p:blipFill>
          <a:blip r:embed="rId4">
            <a:alphaModFix/>
          </a:blip>
          <a:stretch>
            <a:fillRect/>
          </a:stretch>
        </p:blipFill>
        <p:spPr>
          <a:xfrm>
            <a:off x="1847532" y="1322324"/>
            <a:ext cx="6611287" cy="461175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90"/>
                                        </p:tgtEl>
                                        <p:attrNameLst>
                                          <p:attrName>style.visibility</p:attrName>
                                        </p:attrNameLst>
                                      </p:cBhvr>
                                      <p:to>
                                        <p:strVal val="visible"/>
                                      </p:to>
                                    </p:set>
                                    <p:anim calcmode="lin" valueType="num">
                                      <p:cBhvr additive="base">
                                        <p:cTn dur="500"/>
                                        <p:tgtEl>
                                          <p:spTgt spid="290"/>
                                        </p:tgtEl>
                                        <p:attrNameLst>
                                          <p:attrName>ppt_w</p:attrName>
                                        </p:attrNameLst>
                                      </p:cBhvr>
                                      <p:tavLst>
                                        <p:tav fmla="" tm="0">
                                          <p:val>
                                            <p:strVal val="0"/>
                                          </p:val>
                                        </p:tav>
                                        <p:tav fmla="" tm="100000">
                                          <p:val>
                                            <p:strVal val="#ppt_w"/>
                                          </p:val>
                                        </p:tav>
                                      </p:tavLst>
                                    </p:anim>
                                    <p:anim calcmode="lin" valueType="num">
                                      <p:cBhvr additive="base">
                                        <p:cTn dur="500"/>
                                        <p:tgtEl>
                                          <p:spTgt spid="290"/>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1"/>
                                        </p:tgtEl>
                                        <p:attrNameLst>
                                          <p:attrName>style.visibility</p:attrName>
                                        </p:attrNameLst>
                                      </p:cBhvr>
                                      <p:to>
                                        <p:strVal val="visible"/>
                                      </p:to>
                                    </p:set>
                                    <p:animEffect filter="fade" transition="in">
                                      <p:cBhvr>
                                        <p:cTn dur="1000"/>
                                        <p:tgtEl>
                                          <p:spTgt spid="29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2"/>
                                        </p:tgtEl>
                                        <p:attrNameLst>
                                          <p:attrName>style.visibility</p:attrName>
                                        </p:attrNameLst>
                                      </p:cBhvr>
                                      <p:to>
                                        <p:strVal val="visible"/>
                                      </p:to>
                                    </p:set>
                                    <p:animEffect filter="fade" transition="in">
                                      <p:cBhvr>
                                        <p:cTn dur="1000"/>
                                        <p:tgtEl>
                                          <p:spTgt spid="29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12"/>
          <p:cNvSpPr txBox="1"/>
          <p:nvPr>
            <p:ph type="title"/>
          </p:nvPr>
        </p:nvSpPr>
        <p:spPr>
          <a:xfrm>
            <a:off x="432000" y="647700"/>
            <a:ext cx="11340000" cy="700114"/>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Trebuchet MS"/>
              <a:buNone/>
            </a:pPr>
            <a:r>
              <a:rPr b="1" lang="en-US" sz="4800">
                <a:solidFill>
                  <a:schemeClr val="dk1"/>
                </a:solidFill>
              </a:rPr>
              <a:t>Thank you</a:t>
            </a:r>
            <a:endParaRPr/>
          </a:p>
        </p:txBody>
      </p:sp>
      <p:sp>
        <p:nvSpPr>
          <p:cNvPr id="299" name="Google Shape;299;p12"/>
          <p:cNvSpPr txBox="1"/>
          <p:nvPr>
            <p:ph idx="8" type="body"/>
          </p:nvPr>
        </p:nvSpPr>
        <p:spPr>
          <a:xfrm>
            <a:off x="3727865" y="4641925"/>
            <a:ext cx="2139695" cy="1108635"/>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SzPts val="1280"/>
              <a:buNone/>
            </a:pPr>
            <a:r>
              <a:rPr lang="en-US"/>
              <a:t>.</a:t>
            </a:r>
            <a:endParaRPr/>
          </a:p>
        </p:txBody>
      </p:sp>
      <p:sp>
        <p:nvSpPr>
          <p:cNvPr id="300" name="Google Shape;300;p12"/>
          <p:cNvSpPr txBox="1"/>
          <p:nvPr/>
        </p:nvSpPr>
        <p:spPr>
          <a:xfrm>
            <a:off x="878337" y="4134780"/>
            <a:ext cx="2596574" cy="453919"/>
          </a:xfrm>
          <a:prstGeom prst="rect">
            <a:avLst/>
          </a:prstGeom>
          <a:noFill/>
          <a:ln>
            <a:noFill/>
          </a:ln>
        </p:spPr>
        <p:txBody>
          <a:bodyPr anchorCtr="0" anchor="t" bIns="45700" lIns="91425" spcFirstLastPara="1" rIns="91425" wrap="square" tIns="45700">
            <a:normAutofit lnSpcReduction="10000"/>
          </a:bodyPr>
          <a:lstStyle/>
          <a:p>
            <a:pPr indent="0" lvl="0" marL="0" marR="0" rtl="0" algn="ctr">
              <a:spcBef>
                <a:spcPts val="0"/>
              </a:spcBef>
              <a:spcAft>
                <a:spcPts val="0"/>
              </a:spcAft>
              <a:buClr>
                <a:schemeClr val="accent1"/>
              </a:buClr>
              <a:buSzPts val="1920"/>
              <a:buFont typeface="Noto Sans Symbols"/>
              <a:buNone/>
            </a:pPr>
            <a:r>
              <a:t/>
            </a:r>
            <a:endParaRPr b="1" i="0" sz="2400" u="none" cap="none" strike="noStrike">
              <a:solidFill>
                <a:schemeClr val="accent4"/>
              </a:solidFill>
              <a:latin typeface="Trebuchet MS"/>
              <a:ea typeface="Trebuchet MS"/>
              <a:cs typeface="Trebuchet MS"/>
              <a:sym typeface="Trebuchet MS"/>
            </a:endParaRPr>
          </a:p>
        </p:txBody>
      </p:sp>
      <p:sp>
        <p:nvSpPr>
          <p:cNvPr id="301" name="Google Shape;301;p12"/>
          <p:cNvSpPr txBox="1"/>
          <p:nvPr/>
        </p:nvSpPr>
        <p:spPr>
          <a:xfrm>
            <a:off x="5353508" y="3962573"/>
            <a:ext cx="2596574" cy="453919"/>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760"/>
              <a:buFont typeface="Noto Sans Symbols"/>
              <a:buNone/>
            </a:pPr>
            <a:r>
              <a:t/>
            </a:r>
            <a:endParaRPr b="1" i="0" sz="2200" u="none" cap="none" strike="noStrike">
              <a:solidFill>
                <a:schemeClr val="accent4"/>
              </a:solidFill>
              <a:latin typeface="Trebuchet MS"/>
              <a:ea typeface="Trebuchet MS"/>
              <a:cs typeface="Trebuchet MS"/>
              <a:sym typeface="Trebuchet MS"/>
            </a:endParaRPr>
          </a:p>
        </p:txBody>
      </p:sp>
      <p:sp>
        <p:nvSpPr>
          <p:cNvPr id="302" name="Google Shape;302;p12"/>
          <p:cNvSpPr txBox="1"/>
          <p:nvPr/>
        </p:nvSpPr>
        <p:spPr>
          <a:xfrm>
            <a:off x="7789163" y="3962572"/>
            <a:ext cx="2596574" cy="453919"/>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760"/>
              <a:buFont typeface="Noto Sans Symbols"/>
              <a:buNone/>
            </a:pPr>
            <a:r>
              <a:t/>
            </a:r>
            <a:endParaRPr b="1" i="0" sz="2200" u="none" cap="none" strike="noStrike">
              <a:solidFill>
                <a:schemeClr val="accent4"/>
              </a:solidFill>
              <a:latin typeface="Trebuchet MS"/>
              <a:ea typeface="Trebuchet MS"/>
              <a:cs typeface="Trebuchet MS"/>
              <a:sym typeface="Trebuchet MS"/>
            </a:endParaRPr>
          </a:p>
        </p:txBody>
      </p:sp>
      <p:sp>
        <p:nvSpPr>
          <p:cNvPr id="303" name="Google Shape;303;p12"/>
          <p:cNvSpPr txBox="1"/>
          <p:nvPr/>
        </p:nvSpPr>
        <p:spPr>
          <a:xfrm>
            <a:off x="6096000" y="4641925"/>
            <a:ext cx="2139695" cy="1108635"/>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280"/>
              <a:buFont typeface="Noto Sans Symbols"/>
              <a:buNone/>
            </a:pPr>
            <a:r>
              <a:t/>
            </a:r>
            <a:endParaRPr b="0" i="0" sz="1600" u="none" cap="none" strike="noStrike">
              <a:solidFill>
                <a:schemeClr val="dk1"/>
              </a:solidFill>
              <a:latin typeface="Trebuchet MS"/>
              <a:ea typeface="Trebuchet MS"/>
              <a:cs typeface="Trebuchet MS"/>
              <a:sym typeface="Trebuchet MS"/>
            </a:endParaRPr>
          </a:p>
        </p:txBody>
      </p:sp>
      <p:sp>
        <p:nvSpPr>
          <p:cNvPr id="304" name="Google Shape;304;p12"/>
          <p:cNvSpPr txBox="1"/>
          <p:nvPr/>
        </p:nvSpPr>
        <p:spPr>
          <a:xfrm>
            <a:off x="8591363" y="4641925"/>
            <a:ext cx="2139695" cy="1108635"/>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280"/>
              <a:buFont typeface="Noto Sans Symbols"/>
              <a:buNone/>
            </a:pPr>
            <a:r>
              <a:rPr b="0" i="0" lang="en-US" sz="1600" u="none" cap="none" strike="noStrike">
                <a:solidFill>
                  <a:schemeClr val="dk1"/>
                </a:solidFill>
                <a:latin typeface="Trebuchet MS"/>
                <a:ea typeface="Trebuchet MS"/>
                <a:cs typeface="Trebuchet MS"/>
                <a:sym typeface="Trebuchet MS"/>
              </a:rPr>
              <a:t>.</a:t>
            </a:r>
            <a:endParaRPr/>
          </a:p>
        </p:txBody>
      </p:sp>
      <p:pic>
        <p:nvPicPr>
          <p:cNvPr id="305" name="Google Shape;305;p12"/>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
        <p:nvSpPr>
          <p:cNvPr id="306" name="Google Shape;306;p12"/>
          <p:cNvSpPr txBox="1"/>
          <p:nvPr>
            <p:ph idx="7" type="body"/>
          </p:nvPr>
        </p:nvSpPr>
        <p:spPr>
          <a:xfrm>
            <a:off x="2975013" y="3962573"/>
            <a:ext cx="2139696" cy="344312"/>
          </a:xfrm>
          <a:prstGeom prst="rect">
            <a:avLst/>
          </a:prstGeom>
          <a:noFill/>
          <a:ln>
            <a:noFill/>
          </a:ln>
        </p:spPr>
        <p:txBody>
          <a:bodyPr anchorCtr="0" anchor="t" bIns="45700" lIns="91425" spcFirstLastPara="1" rIns="91425" wrap="square" tIns="45700">
            <a:normAutofit fontScale="92500" lnSpcReduction="20000"/>
          </a:bodyPr>
          <a:lstStyle/>
          <a:p>
            <a:pPr indent="0" lvl="0" marL="0" rtl="0" algn="ctr">
              <a:spcBef>
                <a:spcPts val="0"/>
              </a:spcBef>
              <a:spcAft>
                <a:spcPts val="0"/>
              </a:spcAft>
              <a:buSzPct val="80000"/>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98"/>
                                        </p:tgtEl>
                                        <p:attrNameLst>
                                          <p:attrName>style.visibility</p:attrName>
                                        </p:attrNameLst>
                                      </p:cBhvr>
                                      <p:to>
                                        <p:strVal val="visible"/>
                                      </p:to>
                                    </p:set>
                                    <p:anim calcmode="lin" valueType="num">
                                      <p:cBhvr additive="base">
                                        <p:cTn dur="500"/>
                                        <p:tgtEl>
                                          <p:spTgt spid="298"/>
                                        </p:tgtEl>
                                        <p:attrNameLst>
                                          <p:attrName>ppt_w</p:attrName>
                                        </p:attrNameLst>
                                      </p:cBhvr>
                                      <p:tavLst>
                                        <p:tav fmla="" tm="0">
                                          <p:val>
                                            <p:strVal val="0"/>
                                          </p:val>
                                        </p:tav>
                                        <p:tav fmla="" tm="100000">
                                          <p:val>
                                            <p:strVal val="#ppt_w"/>
                                          </p:val>
                                        </p:tav>
                                      </p:tavLst>
                                    </p:anim>
                                    <p:anim calcmode="lin" valueType="num">
                                      <p:cBhvr additive="base">
                                        <p:cTn dur="500"/>
                                        <p:tgtEl>
                                          <p:spTgt spid="298"/>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0"/>
                                        </p:tgtEl>
                                        <p:attrNameLst>
                                          <p:attrName>style.visibility</p:attrName>
                                        </p:attrNameLst>
                                      </p:cBhvr>
                                      <p:to>
                                        <p:strVal val="visible"/>
                                      </p:to>
                                    </p:set>
                                    <p:animEffect filter="fade" transition="in">
                                      <p:cBhvr>
                                        <p:cTn dur="500"/>
                                        <p:tgtEl>
                                          <p:spTgt spid="30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9">
                                            <p:txEl>
                                              <p:pRg end="0" st="0"/>
                                            </p:txEl>
                                          </p:spTgt>
                                        </p:tgtEl>
                                        <p:attrNameLst>
                                          <p:attrName>style.visibility</p:attrName>
                                        </p:attrNameLst>
                                      </p:cBhvr>
                                      <p:to>
                                        <p:strVal val="visible"/>
                                      </p:to>
                                    </p:set>
                                    <p:animEffect filter="fade" transition="in">
                                      <p:cBhvr>
                                        <p:cTn dur="500"/>
                                        <p:tgtEl>
                                          <p:spTgt spid="29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1"/>
                                        </p:tgtEl>
                                        <p:attrNameLst>
                                          <p:attrName>style.visibility</p:attrName>
                                        </p:attrNameLst>
                                      </p:cBhvr>
                                      <p:to>
                                        <p:strVal val="visible"/>
                                      </p:to>
                                    </p:set>
                                    <p:animEffect filter="fade" transition="in">
                                      <p:cBhvr>
                                        <p:cTn dur="500"/>
                                        <p:tgtEl>
                                          <p:spTgt spid="30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3"/>
                                        </p:tgtEl>
                                        <p:attrNameLst>
                                          <p:attrName>style.visibility</p:attrName>
                                        </p:attrNameLst>
                                      </p:cBhvr>
                                      <p:to>
                                        <p:strVal val="visible"/>
                                      </p:to>
                                    </p:set>
                                    <p:animEffect filter="fade" transition="in">
                                      <p:cBhvr>
                                        <p:cTn dur="500"/>
                                        <p:tgtEl>
                                          <p:spTgt spid="30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2"/>
                                        </p:tgtEl>
                                        <p:attrNameLst>
                                          <p:attrName>style.visibility</p:attrName>
                                        </p:attrNameLst>
                                      </p:cBhvr>
                                      <p:to>
                                        <p:strVal val="visible"/>
                                      </p:to>
                                    </p:set>
                                    <p:animEffect filter="fade" transition="in">
                                      <p:cBhvr>
                                        <p:cTn dur="500"/>
                                        <p:tgtEl>
                                          <p:spTgt spid="30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4"/>
                                        </p:tgtEl>
                                        <p:attrNameLst>
                                          <p:attrName>style.visibility</p:attrName>
                                        </p:attrNameLst>
                                      </p:cBhvr>
                                      <p:to>
                                        <p:strVal val="visible"/>
                                      </p:to>
                                    </p:set>
                                    <p:animEffect filter="fade" transition="in">
                                      <p:cBhvr>
                                        <p:cTn dur="500"/>
                                        <p:tgtEl>
                                          <p:spTgt spid="30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2021-07-11T13:13:15Z</dcterms:created>
  <dc:creator>Venkataswamy</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